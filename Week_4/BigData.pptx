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4" r:id="rId6"/>
    <p:sldId id="262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60" r:id="rId15"/>
    <p:sldId id="261" r:id="rId16"/>
    <p:sldId id="263" r:id="rId17"/>
  </p:sldIdLst>
  <p:sldSz cx="9144000" cy="5143500" type="screen16x9"/>
  <p:notesSz cx="6858000" cy="9144000"/>
  <p:embeddedFontLst>
    <p:embeddedFont>
      <p:font typeface="Hammersmith One" panose="02010703030501060504" pitchFamily="2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58B127E-79E1-4BF6-8C83-D8806B3999B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977720" y="500760"/>
            <a:ext cx="3445920" cy="286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buNone/>
              <a:defRPr lang="en-US" sz="5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5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Google Shape;11;p2"/>
          <p:cNvSpPr/>
          <p:nvPr/>
        </p:nvSpPr>
        <p:spPr>
          <a:xfrm rot="310200">
            <a:off x="8398800" y="4513320"/>
            <a:ext cx="1027800" cy="1027080"/>
          </a:xfrm>
          <a:custGeom>
            <a:avLst/>
            <a:gdLst>
              <a:gd name="textAreaLeft" fmla="*/ 0 w 1027800"/>
              <a:gd name="textAreaRight" fmla="*/ 1028160 w 1027800"/>
              <a:gd name="textAreaTop" fmla="*/ 0 h 1027080"/>
              <a:gd name="textAreaBottom" fmla="*/ 1027440 h 10270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12;p2"/>
          <p:cNvSpPr/>
          <p:nvPr/>
        </p:nvSpPr>
        <p:spPr>
          <a:xfrm rot="610200" flipH="1">
            <a:off x="814320" y="222120"/>
            <a:ext cx="327960" cy="327960"/>
          </a:xfrm>
          <a:custGeom>
            <a:avLst/>
            <a:gdLst>
              <a:gd name="textAreaLeft" fmla="*/ -360 w 327960"/>
              <a:gd name="textAreaRight" fmla="*/ 327960 w 327960"/>
              <a:gd name="textAreaTop" fmla="*/ 0 h 327960"/>
              <a:gd name="textAreaBottom" fmla="*/ 328320 h 32796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13;p2"/>
          <p:cNvSpPr/>
          <p:nvPr/>
        </p:nvSpPr>
        <p:spPr>
          <a:xfrm rot="610200" flipH="1">
            <a:off x="263880" y="445680"/>
            <a:ext cx="513000" cy="512640"/>
          </a:xfrm>
          <a:custGeom>
            <a:avLst/>
            <a:gdLst>
              <a:gd name="textAreaLeft" fmla="*/ -360 w 513000"/>
              <a:gd name="textAreaRight" fmla="*/ 513000 w 513000"/>
              <a:gd name="textAreaTop" fmla="*/ 0 h 512640"/>
              <a:gd name="textAreaBottom" fmla="*/ 513000 h 5126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977720" y="500760"/>
            <a:ext cx="3445920" cy="286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buNone/>
              <a:defRPr lang="en-US" sz="5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5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Google Shape;11;p2"/>
          <p:cNvSpPr/>
          <p:nvPr/>
        </p:nvSpPr>
        <p:spPr>
          <a:xfrm rot="310200">
            <a:off x="8398800" y="4513320"/>
            <a:ext cx="1027800" cy="1027080"/>
          </a:xfrm>
          <a:custGeom>
            <a:avLst/>
            <a:gdLst>
              <a:gd name="textAreaLeft" fmla="*/ 0 w 1027800"/>
              <a:gd name="textAreaRight" fmla="*/ 1028160 w 1027800"/>
              <a:gd name="textAreaTop" fmla="*/ 0 h 1027080"/>
              <a:gd name="textAreaBottom" fmla="*/ 1027440 h 10270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12;p2"/>
          <p:cNvSpPr/>
          <p:nvPr/>
        </p:nvSpPr>
        <p:spPr>
          <a:xfrm rot="610200" flipH="1">
            <a:off x="814320" y="222120"/>
            <a:ext cx="327960" cy="327960"/>
          </a:xfrm>
          <a:custGeom>
            <a:avLst/>
            <a:gdLst>
              <a:gd name="textAreaLeft" fmla="*/ -360 w 327960"/>
              <a:gd name="textAreaRight" fmla="*/ 327960 w 327960"/>
              <a:gd name="textAreaTop" fmla="*/ 0 h 327960"/>
              <a:gd name="textAreaBottom" fmla="*/ 328320 h 32796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13;p2"/>
          <p:cNvSpPr/>
          <p:nvPr/>
        </p:nvSpPr>
        <p:spPr>
          <a:xfrm rot="610200" flipH="1">
            <a:off x="263880" y="445680"/>
            <a:ext cx="513000" cy="512640"/>
          </a:xfrm>
          <a:custGeom>
            <a:avLst/>
            <a:gdLst>
              <a:gd name="textAreaLeft" fmla="*/ -360 w 513000"/>
              <a:gd name="textAreaRight" fmla="*/ 513000 w 513000"/>
              <a:gd name="textAreaTop" fmla="*/ 0 h 512640"/>
              <a:gd name="textAreaBottom" fmla="*/ 513000 h 5126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44;p20"/>
          <p:cNvSpPr/>
          <p:nvPr/>
        </p:nvSpPr>
        <p:spPr>
          <a:xfrm rot="1251000" flipH="1">
            <a:off x="-428400" y="623520"/>
            <a:ext cx="1132200" cy="1131480"/>
          </a:xfrm>
          <a:custGeom>
            <a:avLst/>
            <a:gdLst>
              <a:gd name="textAreaLeft" fmla="*/ -360 w 1132200"/>
              <a:gd name="textAreaRight" fmla="*/ 113220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145;p20"/>
          <p:cNvSpPr/>
          <p:nvPr/>
        </p:nvSpPr>
        <p:spPr>
          <a:xfrm rot="1251000" flipH="1">
            <a:off x="535680" y="97560"/>
            <a:ext cx="671760" cy="672480"/>
          </a:xfrm>
          <a:custGeom>
            <a:avLst/>
            <a:gdLst>
              <a:gd name="textAreaLeft" fmla="*/ 360 w 671760"/>
              <a:gd name="textAreaRight" fmla="*/ 672480 w 671760"/>
              <a:gd name="textAreaTop" fmla="*/ 0 h 672480"/>
              <a:gd name="textAreaBottom" fmla="*/ 672840 h 6724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46;p20"/>
          <p:cNvSpPr/>
          <p:nvPr/>
        </p:nvSpPr>
        <p:spPr>
          <a:xfrm rot="940800" flipH="1">
            <a:off x="-546120" y="1864080"/>
            <a:ext cx="1364760" cy="1364040"/>
          </a:xfrm>
          <a:custGeom>
            <a:avLst/>
            <a:gdLst>
              <a:gd name="textAreaLeft" fmla="*/ -360 w 1364760"/>
              <a:gd name="textAreaRight" fmla="*/ 136476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47;p20"/>
          <p:cNvSpPr/>
          <p:nvPr/>
        </p:nvSpPr>
        <p:spPr>
          <a:xfrm rot="1251000" flipH="1">
            <a:off x="1356840" y="141120"/>
            <a:ext cx="531360" cy="532080"/>
          </a:xfrm>
          <a:custGeom>
            <a:avLst/>
            <a:gdLst>
              <a:gd name="textAreaLeft" fmla="*/ 360 w 531360"/>
              <a:gd name="textAreaRight" fmla="*/ 53208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48;p20"/>
          <p:cNvSpPr/>
          <p:nvPr/>
        </p:nvSpPr>
        <p:spPr>
          <a:xfrm rot="21289800" flipH="1">
            <a:off x="528840" y="2863080"/>
            <a:ext cx="1364760" cy="1363680"/>
          </a:xfrm>
          <a:custGeom>
            <a:avLst/>
            <a:gdLst>
              <a:gd name="textAreaLeft" fmla="*/ -360 w 1364760"/>
              <a:gd name="textAreaRight" fmla="*/ 1364760 w 1364760"/>
              <a:gd name="textAreaTop" fmla="*/ 0 h 1363680"/>
              <a:gd name="textAreaBottom" fmla="*/ 1364040 h 1363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149;p20"/>
          <p:cNvSpPr/>
          <p:nvPr/>
        </p:nvSpPr>
        <p:spPr>
          <a:xfrm rot="21289800" flipH="1">
            <a:off x="-134640" y="4255560"/>
            <a:ext cx="1706760" cy="1705680"/>
          </a:xfrm>
          <a:custGeom>
            <a:avLst/>
            <a:gdLst>
              <a:gd name="textAreaLeft" fmla="*/ -360 w 1706760"/>
              <a:gd name="textAreaRight" fmla="*/ 170676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1;p21"/>
          <p:cNvSpPr/>
          <p:nvPr/>
        </p:nvSpPr>
        <p:spPr>
          <a:xfrm rot="9549000">
            <a:off x="-352080" y="321336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152;p21"/>
          <p:cNvSpPr/>
          <p:nvPr/>
        </p:nvSpPr>
        <p:spPr>
          <a:xfrm rot="9549000">
            <a:off x="613080" y="419796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153;p21"/>
          <p:cNvSpPr/>
          <p:nvPr/>
        </p:nvSpPr>
        <p:spPr>
          <a:xfrm rot="9859200">
            <a:off x="-468360" y="173952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154;p21"/>
          <p:cNvSpPr/>
          <p:nvPr/>
        </p:nvSpPr>
        <p:spPr>
          <a:xfrm rot="9549000">
            <a:off x="1434600" y="429552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155;p21"/>
          <p:cNvSpPr/>
          <p:nvPr/>
        </p:nvSpPr>
        <p:spPr>
          <a:xfrm rot="11110200">
            <a:off x="605520" y="74088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156;p21"/>
          <p:cNvSpPr/>
          <p:nvPr/>
        </p:nvSpPr>
        <p:spPr>
          <a:xfrm rot="11110200">
            <a:off x="-56880" y="-99252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158;p22"/>
          <p:cNvSpPr/>
          <p:nvPr/>
        </p:nvSpPr>
        <p:spPr>
          <a:xfrm rot="14949000">
            <a:off x="3597840" y="-69408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159;p22"/>
          <p:cNvSpPr/>
          <p:nvPr/>
        </p:nvSpPr>
        <p:spPr>
          <a:xfrm rot="14949000">
            <a:off x="3072960" y="27000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160;p22"/>
          <p:cNvSpPr/>
          <p:nvPr/>
        </p:nvSpPr>
        <p:spPr>
          <a:xfrm rot="15259200">
            <a:off x="4839120" y="-81072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161;p22"/>
          <p:cNvSpPr/>
          <p:nvPr/>
        </p:nvSpPr>
        <p:spPr>
          <a:xfrm rot="14949000">
            <a:off x="2506320" y="18756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162;p22"/>
          <p:cNvSpPr/>
          <p:nvPr/>
        </p:nvSpPr>
        <p:spPr>
          <a:xfrm rot="16510200">
            <a:off x="5837760" y="26316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163;p22"/>
          <p:cNvSpPr/>
          <p:nvPr/>
        </p:nvSpPr>
        <p:spPr>
          <a:xfrm rot="16510200">
            <a:off x="7230240" y="-39924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165;p23"/>
          <p:cNvSpPr/>
          <p:nvPr/>
        </p:nvSpPr>
        <p:spPr>
          <a:xfrm rot="4149000">
            <a:off x="4232160" y="471708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166;p23"/>
          <p:cNvSpPr/>
          <p:nvPr/>
        </p:nvSpPr>
        <p:spPr>
          <a:xfrm rot="4149000">
            <a:off x="5217480" y="421128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167;p23"/>
          <p:cNvSpPr/>
          <p:nvPr/>
        </p:nvSpPr>
        <p:spPr>
          <a:xfrm rot="4459200">
            <a:off x="2758320" y="460116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168;p23"/>
          <p:cNvSpPr/>
          <p:nvPr/>
        </p:nvSpPr>
        <p:spPr>
          <a:xfrm rot="4149000">
            <a:off x="5924520" y="443448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169;p23"/>
          <p:cNvSpPr/>
          <p:nvPr/>
        </p:nvSpPr>
        <p:spPr>
          <a:xfrm rot="5710200">
            <a:off x="1759680" y="352692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170;p23"/>
          <p:cNvSpPr/>
          <p:nvPr/>
        </p:nvSpPr>
        <p:spPr>
          <a:xfrm rot="5710200">
            <a:off x="25560" y="384804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body"/>
          </p:nvPr>
        </p:nvSpPr>
        <p:spPr>
          <a:xfrm>
            <a:off x="692640" y="1389600"/>
            <a:ext cx="775692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492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492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492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49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49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49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title"/>
          </p:nvPr>
        </p:nvSpPr>
        <p:spPr>
          <a:xfrm>
            <a:off x="713160" y="359280"/>
            <a:ext cx="773640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Google Shape;44;p7"/>
          <p:cNvSpPr/>
          <p:nvPr/>
        </p:nvSpPr>
        <p:spPr>
          <a:xfrm rot="12051000" flipH="1">
            <a:off x="8388000" y="3588480"/>
            <a:ext cx="1132200" cy="1131480"/>
          </a:xfrm>
          <a:custGeom>
            <a:avLst/>
            <a:gdLst>
              <a:gd name="textAreaLeft" fmla="*/ -360 w 1132200"/>
              <a:gd name="textAreaRight" fmla="*/ 113220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45;p7"/>
          <p:cNvSpPr/>
          <p:nvPr/>
        </p:nvSpPr>
        <p:spPr>
          <a:xfrm rot="12051000" flipH="1">
            <a:off x="7883280" y="4573440"/>
            <a:ext cx="671760" cy="672480"/>
          </a:xfrm>
          <a:custGeom>
            <a:avLst/>
            <a:gdLst>
              <a:gd name="textAreaLeft" fmla="*/ 360 w 671760"/>
              <a:gd name="textAreaRight" fmla="*/ 672480 w 671760"/>
              <a:gd name="textAreaTop" fmla="*/ 0 h 672480"/>
              <a:gd name="textAreaBottom" fmla="*/ 672840 h 6724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46;p7"/>
          <p:cNvSpPr/>
          <p:nvPr/>
        </p:nvSpPr>
        <p:spPr>
          <a:xfrm rot="12051000" flipH="1">
            <a:off x="7202160" y="4670280"/>
            <a:ext cx="531360" cy="532080"/>
          </a:xfrm>
          <a:custGeom>
            <a:avLst/>
            <a:gdLst>
              <a:gd name="textAreaLeft" fmla="*/ 360 w 531360"/>
              <a:gd name="textAreaRight" fmla="*/ 53208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47;p7"/>
          <p:cNvSpPr/>
          <p:nvPr/>
        </p:nvSpPr>
        <p:spPr>
          <a:xfrm rot="1251000" flipH="1">
            <a:off x="-530280" y="532800"/>
            <a:ext cx="1132200" cy="1131480"/>
          </a:xfrm>
          <a:custGeom>
            <a:avLst/>
            <a:gdLst>
              <a:gd name="textAreaLeft" fmla="*/ -360 w 1132200"/>
              <a:gd name="textAreaRight" fmla="*/ 113220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48;p7"/>
          <p:cNvSpPr/>
          <p:nvPr/>
        </p:nvSpPr>
        <p:spPr>
          <a:xfrm rot="1251000" flipH="1">
            <a:off x="433800" y="6840"/>
            <a:ext cx="671760" cy="672480"/>
          </a:xfrm>
          <a:custGeom>
            <a:avLst/>
            <a:gdLst>
              <a:gd name="textAreaLeft" fmla="*/ 360 w 671760"/>
              <a:gd name="textAreaRight" fmla="*/ 672480 w 671760"/>
              <a:gd name="textAreaTop" fmla="*/ 0 h 672480"/>
              <a:gd name="textAreaBottom" fmla="*/ 672840 h 6724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49;p7"/>
          <p:cNvSpPr/>
          <p:nvPr/>
        </p:nvSpPr>
        <p:spPr>
          <a:xfrm rot="1251000" flipH="1">
            <a:off x="1255320" y="50400"/>
            <a:ext cx="531360" cy="532080"/>
          </a:xfrm>
          <a:custGeom>
            <a:avLst/>
            <a:gdLst>
              <a:gd name="textAreaLeft" fmla="*/ 360 w 531360"/>
              <a:gd name="textAreaRight" fmla="*/ 53208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36400" cy="4064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US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2" name="Google Shape;52;p8"/>
          <p:cNvSpPr/>
          <p:nvPr/>
        </p:nvSpPr>
        <p:spPr>
          <a:xfrm>
            <a:off x="8625960" y="96804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53;p8"/>
          <p:cNvSpPr/>
          <p:nvPr/>
        </p:nvSpPr>
        <p:spPr>
          <a:xfrm>
            <a:off x="8438040" y="23004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54;p8"/>
          <p:cNvSpPr/>
          <p:nvPr/>
        </p:nvSpPr>
        <p:spPr>
          <a:xfrm rot="310200">
            <a:off x="8026920" y="212040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55;p8"/>
          <p:cNvSpPr/>
          <p:nvPr/>
        </p:nvSpPr>
        <p:spPr>
          <a:xfrm>
            <a:off x="7787160" y="10296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56;p8"/>
          <p:cNvSpPr/>
          <p:nvPr/>
        </p:nvSpPr>
        <p:spPr>
          <a:xfrm rot="310200">
            <a:off x="8347680" y="351252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57;p8"/>
          <p:cNvSpPr/>
          <p:nvPr/>
        </p:nvSpPr>
        <p:spPr>
          <a:xfrm rot="10800000">
            <a:off x="-443880" y="316980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58;p8"/>
          <p:cNvSpPr/>
          <p:nvPr/>
        </p:nvSpPr>
        <p:spPr>
          <a:xfrm rot="10800000">
            <a:off x="204840" y="436644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59;p8"/>
          <p:cNvSpPr/>
          <p:nvPr/>
        </p:nvSpPr>
        <p:spPr>
          <a:xfrm rot="11110200">
            <a:off x="-77040" y="178452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60;p8"/>
          <p:cNvSpPr/>
          <p:nvPr/>
        </p:nvSpPr>
        <p:spPr>
          <a:xfrm rot="10800000">
            <a:off x="996120" y="463428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61;p8"/>
          <p:cNvSpPr/>
          <p:nvPr/>
        </p:nvSpPr>
        <p:spPr>
          <a:xfrm rot="11110200">
            <a:off x="-739800" y="5076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13160" y="3864600"/>
            <a:ext cx="773640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 hasCustomPrompt="1"/>
          </p:nvPr>
        </p:nvSpPr>
        <p:spPr>
          <a:xfrm>
            <a:off x="1981080" y="1106280"/>
            <a:ext cx="5181120" cy="1963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ctr">
              <a:lnSpc>
                <a:spcPct val="100000"/>
              </a:lnSpc>
              <a:buNone/>
              <a:defRPr lang="en-US" sz="12000" b="0" u="none" strike="noStrike">
                <a:solidFill>
                  <a:srgbClr val="FF8B7B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12000" b="0" u="none" strike="noStrike">
                <a:solidFill>
                  <a:srgbClr val="FF8B7B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12000" b="0" u="none" strike="noStrike">
              <a:solidFill>
                <a:srgbClr val="FF8B7B"/>
              </a:solidFill>
              <a:effectLst/>
              <a:uFillTx/>
              <a:latin typeface="Hammersmith One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2176560" y="3152160"/>
            <a:ext cx="4790520" cy="130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1752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1752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1752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175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175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1752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5" name="Google Shape;74;p11"/>
          <p:cNvSpPr/>
          <p:nvPr/>
        </p:nvSpPr>
        <p:spPr>
          <a:xfrm>
            <a:off x="8625960" y="968040"/>
            <a:ext cx="1132200" cy="1131480"/>
          </a:xfrm>
          <a:custGeom>
            <a:avLst/>
            <a:gdLst>
              <a:gd name="textAreaLeft" fmla="*/ 0 w 1132200"/>
              <a:gd name="textAreaRight" fmla="*/ 113256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75;p11"/>
          <p:cNvSpPr/>
          <p:nvPr/>
        </p:nvSpPr>
        <p:spPr>
          <a:xfrm>
            <a:off x="8438040" y="230040"/>
            <a:ext cx="671760" cy="672840"/>
          </a:xfrm>
          <a:custGeom>
            <a:avLst/>
            <a:gdLst>
              <a:gd name="textAreaLeft" fmla="*/ 0 w 671760"/>
              <a:gd name="textAreaRight" fmla="*/ 67212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76;p11"/>
          <p:cNvSpPr/>
          <p:nvPr/>
        </p:nvSpPr>
        <p:spPr>
          <a:xfrm rot="310200">
            <a:off x="8026920" y="2120400"/>
            <a:ext cx="1364760" cy="1364040"/>
          </a:xfrm>
          <a:custGeom>
            <a:avLst/>
            <a:gdLst>
              <a:gd name="textAreaLeft" fmla="*/ 0 w 1364760"/>
              <a:gd name="textAreaRight" fmla="*/ 1365120 w 1364760"/>
              <a:gd name="textAreaTop" fmla="*/ 0 h 1364040"/>
              <a:gd name="textAreaBottom" fmla="*/ 1364400 h 136404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77;p11"/>
          <p:cNvSpPr/>
          <p:nvPr/>
        </p:nvSpPr>
        <p:spPr>
          <a:xfrm>
            <a:off x="7787160" y="102960"/>
            <a:ext cx="531360" cy="532080"/>
          </a:xfrm>
          <a:custGeom>
            <a:avLst/>
            <a:gdLst>
              <a:gd name="textAreaLeft" fmla="*/ 0 w 531360"/>
              <a:gd name="textAreaRight" fmla="*/ 53172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78;p11"/>
          <p:cNvSpPr/>
          <p:nvPr/>
        </p:nvSpPr>
        <p:spPr>
          <a:xfrm rot="310200">
            <a:off x="8347680" y="3512520"/>
            <a:ext cx="1706760" cy="1705680"/>
          </a:xfrm>
          <a:custGeom>
            <a:avLst/>
            <a:gdLst>
              <a:gd name="textAreaLeft" fmla="*/ 0 w 1706760"/>
              <a:gd name="textAreaRight" fmla="*/ 1707120 w 1706760"/>
              <a:gd name="textAreaTop" fmla="*/ 0 h 1705680"/>
              <a:gd name="textAreaBottom" fmla="*/ 1706040 h 1705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79;p11"/>
          <p:cNvSpPr/>
          <p:nvPr/>
        </p:nvSpPr>
        <p:spPr>
          <a:xfrm flipH="1">
            <a:off x="-292320" y="2670840"/>
            <a:ext cx="1132200" cy="1131480"/>
          </a:xfrm>
          <a:custGeom>
            <a:avLst/>
            <a:gdLst>
              <a:gd name="textAreaLeft" fmla="*/ -360 w 1132200"/>
              <a:gd name="textAreaRight" fmla="*/ 1132200 w 1132200"/>
              <a:gd name="textAreaTop" fmla="*/ 0 h 1131480"/>
              <a:gd name="textAreaBottom" fmla="*/ 1131840 h 11314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80;p11"/>
          <p:cNvSpPr/>
          <p:nvPr/>
        </p:nvSpPr>
        <p:spPr>
          <a:xfrm flipH="1">
            <a:off x="356760" y="1932840"/>
            <a:ext cx="671760" cy="672840"/>
          </a:xfrm>
          <a:custGeom>
            <a:avLst/>
            <a:gdLst>
              <a:gd name="textAreaLeft" fmla="*/ 360 w 671760"/>
              <a:gd name="textAreaRight" fmla="*/ 672480 w 671760"/>
              <a:gd name="textAreaTop" fmla="*/ 0 h 672840"/>
              <a:gd name="textAreaBottom" fmla="*/ 673200 h 67284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81;p11"/>
          <p:cNvSpPr/>
          <p:nvPr/>
        </p:nvSpPr>
        <p:spPr>
          <a:xfrm rot="21289800" flipH="1">
            <a:off x="74520" y="3823200"/>
            <a:ext cx="1364760" cy="1363680"/>
          </a:xfrm>
          <a:custGeom>
            <a:avLst/>
            <a:gdLst>
              <a:gd name="textAreaLeft" fmla="*/ -360 w 1364760"/>
              <a:gd name="textAreaRight" fmla="*/ 1364760 w 1364760"/>
              <a:gd name="textAreaTop" fmla="*/ 0 h 1363680"/>
              <a:gd name="textAreaBottom" fmla="*/ 1364040 h 13636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82;p11"/>
          <p:cNvSpPr/>
          <p:nvPr/>
        </p:nvSpPr>
        <p:spPr>
          <a:xfrm flipH="1">
            <a:off x="1147680" y="1805760"/>
            <a:ext cx="531360" cy="532080"/>
          </a:xfrm>
          <a:custGeom>
            <a:avLst/>
            <a:gdLst>
              <a:gd name="textAreaLeft" fmla="*/ 360 w 531360"/>
              <a:gd name="textAreaRight" fmla="*/ 532080 w 531360"/>
              <a:gd name="textAreaTop" fmla="*/ 0 h 532080"/>
              <a:gd name="textAreaBottom" fmla="*/ 532440 h 532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720000" y="2485440"/>
            <a:ext cx="2697480" cy="90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buNone/>
              <a:defRPr lang="en-US" sz="3800" b="0" u="none" strike="noStrike">
                <a:solidFill>
                  <a:schemeClr val="accent3"/>
                </a:solidFill>
                <a:effectLst/>
                <a:uFillTx/>
                <a:latin typeface="Hammersmith One"/>
              </a:defRPr>
            </a:lvl1pPr>
          </a:lstStyle>
          <a:p>
            <a:pPr indent="0" algn="l">
              <a:buNone/>
            </a:pPr>
            <a:r>
              <a:rPr lang="en-US" sz="3800" b="0" u="none" strike="noStrike">
                <a:solidFill>
                  <a:schemeClr val="accent3"/>
                </a:solidFill>
                <a:effectLst/>
                <a:uFillTx/>
                <a:latin typeface="Hammersmith One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title" hasCustomPrompt="1"/>
          </p:nvPr>
        </p:nvSpPr>
        <p:spPr>
          <a:xfrm>
            <a:off x="720000" y="837360"/>
            <a:ext cx="1554480" cy="1053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6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6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6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66" name="Google Shape;88;p13"/>
          <p:cNvSpPr/>
          <p:nvPr/>
        </p:nvSpPr>
        <p:spPr>
          <a:xfrm rot="11110200">
            <a:off x="-114840" y="-277920"/>
            <a:ext cx="1027800" cy="1027080"/>
          </a:xfrm>
          <a:custGeom>
            <a:avLst/>
            <a:gdLst>
              <a:gd name="textAreaLeft" fmla="*/ 0 w 1027800"/>
              <a:gd name="textAreaRight" fmla="*/ 1028160 w 1027800"/>
              <a:gd name="textAreaTop" fmla="*/ 0 h 1027080"/>
              <a:gd name="textAreaBottom" fmla="*/ 1027440 h 1027080"/>
            </a:gdLst>
            <a:ahLst/>
            <a:cxnLst/>
            <a:rect l="textAreaLeft" t="textAreaTop" r="textAreaRight" b="textAreaBottom"/>
            <a:pathLst>
              <a:path w="45300" h="45267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 hasCustomPrompt="1"/>
          </p:nvPr>
        </p:nvSpPr>
        <p:spPr>
          <a:xfrm>
            <a:off x="1531800" y="119700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title" hasCustomPrompt="1"/>
          </p:nvPr>
        </p:nvSpPr>
        <p:spPr>
          <a:xfrm>
            <a:off x="3999240" y="119700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title" hasCustomPrompt="1"/>
          </p:nvPr>
        </p:nvSpPr>
        <p:spPr>
          <a:xfrm>
            <a:off x="6497280" y="119700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title" hasCustomPrompt="1"/>
          </p:nvPr>
        </p:nvSpPr>
        <p:spPr>
          <a:xfrm>
            <a:off x="1531800" y="298764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title" hasCustomPrompt="1"/>
          </p:nvPr>
        </p:nvSpPr>
        <p:spPr>
          <a:xfrm>
            <a:off x="3999240" y="298764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title" hasCustomPrompt="1"/>
          </p:nvPr>
        </p:nvSpPr>
        <p:spPr>
          <a:xfrm>
            <a:off x="6497280" y="2987640"/>
            <a:ext cx="1109520" cy="371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xx%</a:t>
            </a:r>
            <a:endParaRPr lang="en-US" sz="2000" b="0" u="none" strike="noStrike">
              <a:solidFill>
                <a:schemeClr val="accent3"/>
              </a:solidFill>
              <a:effectLst/>
              <a:uFillTx/>
              <a:latin typeface="Hammersmith One"/>
            </a:endParaRPr>
          </a:p>
        </p:txBody>
      </p:sp>
      <p:sp>
        <p:nvSpPr>
          <p:cNvPr id="74" name="PlaceHolder 7"/>
          <p:cNvSpPr>
            <a:spLocks noGrp="1"/>
          </p:cNvSpPr>
          <p:nvPr>
            <p:ph type="title"/>
          </p:nvPr>
        </p:nvSpPr>
        <p:spPr>
          <a:xfrm>
            <a:off x="713160" y="359280"/>
            <a:ext cx="773640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US" sz="3000" b="0" u="none" strike="noStrike">
                <a:solidFill>
                  <a:schemeClr val="accent3"/>
                </a:solidFill>
                <a:effectLst/>
                <a:uFillTx/>
                <a:latin typeface="Hammersmith One"/>
              </a:defRPr>
            </a:lvl1pPr>
          </a:lstStyle>
          <a:p>
            <a:pPr indent="0" algn="l">
              <a:buNone/>
            </a:pPr>
            <a:r>
              <a:rPr lang="en-US" sz="3000" b="0" u="none" strike="noStrike">
                <a:solidFill>
                  <a:schemeClr val="accent3"/>
                </a:solidFill>
                <a:effectLst/>
                <a:uFillTx/>
                <a:latin typeface="Hammersmith One"/>
              </a:rPr>
              <a:t>Click to edit the title text format</a:t>
            </a:r>
          </a:p>
        </p:txBody>
      </p:sp>
      <p:grpSp>
        <p:nvGrpSpPr>
          <p:cNvPr id="75" name="Google Shape;109;p14"/>
          <p:cNvGrpSpPr/>
          <p:nvPr/>
        </p:nvGrpSpPr>
        <p:grpSpPr>
          <a:xfrm>
            <a:off x="157320" y="267120"/>
            <a:ext cx="890640" cy="1080720"/>
            <a:chOff x="157320" y="267120"/>
            <a:chExt cx="890640" cy="1080720"/>
          </a:xfrm>
        </p:grpSpPr>
        <p:sp>
          <p:nvSpPr>
            <p:cNvPr id="76" name="Google Shape;110;p14"/>
            <p:cNvSpPr/>
            <p:nvPr/>
          </p:nvSpPr>
          <p:spPr>
            <a:xfrm rot="396600" flipH="1">
              <a:off x="194040" y="632520"/>
              <a:ext cx="678240" cy="678240"/>
            </a:xfrm>
            <a:custGeom>
              <a:avLst/>
              <a:gdLst>
                <a:gd name="textAreaLeft" fmla="*/ 360 w 678240"/>
                <a:gd name="textAreaRight" fmla="*/ 678960 w 678240"/>
                <a:gd name="textAreaTop" fmla="*/ 0 h 678240"/>
                <a:gd name="textAreaBottom" fmla="*/ 678600 h 678240"/>
              </a:gdLst>
              <a:ahLst/>
              <a:cxnLst/>
              <a:rect l="textAreaLeft" t="textAreaTop" r="textAreaRight" b="textAreaBottom"/>
              <a:pathLst>
                <a:path w="45300" h="45267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Google Shape;111;p14"/>
            <p:cNvSpPr/>
            <p:nvPr/>
          </p:nvSpPr>
          <p:spPr>
            <a:xfrm rot="396600" flipH="1">
              <a:off x="685440" y="285480"/>
              <a:ext cx="343080" cy="343440"/>
            </a:xfrm>
            <a:custGeom>
              <a:avLst/>
              <a:gdLst>
                <a:gd name="textAreaLeft" fmla="*/ -360 w 343080"/>
                <a:gd name="textAreaRight" fmla="*/ 343080 w 343080"/>
                <a:gd name="textAreaTop" fmla="*/ 0 h 343440"/>
                <a:gd name="textAreaBottom" fmla="*/ 343800 h 343440"/>
              </a:gdLst>
              <a:ahLst/>
              <a:cxnLst/>
              <a:rect l="textAreaLeft" t="textAreaTop" r="textAreaRight" b="textAreaBottom"/>
              <a:pathLst>
                <a:path w="26887" h="26921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Google Shape;112;p14"/>
          <p:cNvSpPr/>
          <p:nvPr/>
        </p:nvSpPr>
        <p:spPr>
          <a:xfrm rot="21136200" flipH="1">
            <a:off x="8631000" y="4656600"/>
            <a:ext cx="342720" cy="343080"/>
          </a:xfrm>
          <a:custGeom>
            <a:avLst/>
            <a:gdLst>
              <a:gd name="textAreaLeft" fmla="*/ 360 w 342720"/>
              <a:gd name="textAreaRight" fmla="*/ 343440 w 342720"/>
              <a:gd name="textAreaTop" fmla="*/ 0 h 343080"/>
              <a:gd name="textAreaBottom" fmla="*/ 343440 h 343080"/>
            </a:gdLst>
            <a:ahLst/>
            <a:cxnLst/>
            <a:rect l="textAreaLeft" t="textAreaTop" r="textAreaRight" b="textAreaBottom"/>
            <a:pathLst>
              <a:path w="26887" h="26921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713160" y="359280"/>
            <a:ext cx="773640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780000" y="1616760"/>
            <a:ext cx="4996440" cy="286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Big Data</a:t>
            </a:r>
            <a:b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</a:br>
            <a: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ETL/ELT</a:t>
            </a:r>
            <a:b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</a:br>
            <a: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Orchestration</a:t>
            </a:r>
            <a:b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</a:br>
            <a: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Analytics</a:t>
            </a:r>
            <a:b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</a:br>
            <a:r>
              <a:rPr lang="en" sz="4800" b="1" u="none" strike="noStrike" dirty="0">
                <a:solidFill>
                  <a:schemeClr val="accent3"/>
                </a:solidFill>
                <a:effectLst/>
                <a:uFillTx/>
                <a:latin typeface="Hammersmith One"/>
                <a:ea typeface="Hammersmith One"/>
              </a:rPr>
              <a:t>A Roadmap…</a:t>
            </a:r>
            <a:endParaRPr lang="en-US" sz="4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oogle Shape;181;p26"/>
          <p:cNvGrpSpPr/>
          <p:nvPr/>
        </p:nvGrpSpPr>
        <p:grpSpPr>
          <a:xfrm>
            <a:off x="0" y="1080360"/>
            <a:ext cx="4588200" cy="3522960"/>
            <a:chOff x="0" y="1080360"/>
            <a:chExt cx="4588200" cy="3522960"/>
          </a:xfrm>
        </p:grpSpPr>
        <p:sp>
          <p:nvSpPr>
            <p:cNvPr id="90" name="Google Shape;182;p26"/>
            <p:cNvSpPr/>
            <p:nvPr/>
          </p:nvSpPr>
          <p:spPr>
            <a:xfrm>
              <a:off x="0" y="4097880"/>
              <a:ext cx="4588200" cy="1800"/>
            </a:xfrm>
            <a:custGeom>
              <a:avLst/>
              <a:gdLst>
                <a:gd name="textAreaLeft" fmla="*/ 0 w 4588200"/>
                <a:gd name="textAreaRight" fmla="*/ 4588560 w 458820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208483" h="101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Google Shape;183;p26"/>
            <p:cNvSpPr/>
            <p:nvPr/>
          </p:nvSpPr>
          <p:spPr>
            <a:xfrm>
              <a:off x="3825000" y="4245480"/>
              <a:ext cx="303480" cy="1800"/>
            </a:xfrm>
            <a:custGeom>
              <a:avLst/>
              <a:gdLst>
                <a:gd name="textAreaLeft" fmla="*/ 0 w 303480"/>
                <a:gd name="textAreaRight" fmla="*/ 303840 w 30348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13811" h="101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Google Shape;184;p26"/>
            <p:cNvSpPr/>
            <p:nvPr/>
          </p:nvSpPr>
          <p:spPr>
            <a:xfrm>
              <a:off x="2679840" y="4270680"/>
              <a:ext cx="359280" cy="1800"/>
            </a:xfrm>
            <a:custGeom>
              <a:avLst/>
              <a:gdLst>
                <a:gd name="textAreaLeft" fmla="*/ 0 w 359280"/>
                <a:gd name="textAreaRight" fmla="*/ 359640 w 35928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16346" h="101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Google Shape;185;p26"/>
            <p:cNvSpPr/>
            <p:nvPr/>
          </p:nvSpPr>
          <p:spPr>
            <a:xfrm>
              <a:off x="3292920" y="4160520"/>
              <a:ext cx="522360" cy="1800"/>
            </a:xfrm>
            <a:custGeom>
              <a:avLst/>
              <a:gdLst>
                <a:gd name="textAreaLeft" fmla="*/ 0 w 522360"/>
                <a:gd name="textAreaRight" fmla="*/ 522720 w 52236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23752" h="101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Google Shape;186;p26"/>
            <p:cNvSpPr/>
            <p:nvPr/>
          </p:nvSpPr>
          <p:spPr>
            <a:xfrm>
              <a:off x="1601280" y="4176000"/>
              <a:ext cx="629640" cy="1800"/>
            </a:xfrm>
            <a:custGeom>
              <a:avLst/>
              <a:gdLst>
                <a:gd name="textAreaLeft" fmla="*/ 0 w 629640"/>
                <a:gd name="textAreaRight" fmla="*/ 630000 w 62964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28622" h="101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Google Shape;187;p26"/>
            <p:cNvSpPr/>
            <p:nvPr/>
          </p:nvSpPr>
          <p:spPr>
            <a:xfrm>
              <a:off x="2312640" y="4176000"/>
              <a:ext cx="57600" cy="180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2636" h="101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Google Shape;188;p26"/>
            <p:cNvSpPr/>
            <p:nvPr/>
          </p:nvSpPr>
          <p:spPr>
            <a:xfrm>
              <a:off x="902160" y="4214880"/>
              <a:ext cx="1163520" cy="1800"/>
            </a:xfrm>
            <a:custGeom>
              <a:avLst/>
              <a:gdLst>
                <a:gd name="textAreaLeft" fmla="*/ 0 w 1163520"/>
                <a:gd name="textAreaRight" fmla="*/ 1163880 w 1163520"/>
                <a:gd name="textAreaTop" fmla="*/ 0 h 1800"/>
                <a:gd name="textAreaBottom" fmla="*/ 2160 h 1800"/>
              </a:gdLst>
              <a:ahLst/>
              <a:cxnLst/>
              <a:rect l="textAreaLeft" t="textAreaTop" r="textAreaRight" b="textAreaBottom"/>
              <a:pathLst>
                <a:path w="52873" h="101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>
              <a:solidFill>
                <a:srgbClr val="EEEEE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" bIns="1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Google Shape;189;p26"/>
            <p:cNvSpPr/>
            <p:nvPr/>
          </p:nvSpPr>
          <p:spPr>
            <a:xfrm>
              <a:off x="651240" y="1330920"/>
              <a:ext cx="2015640" cy="1503360"/>
            </a:xfrm>
            <a:custGeom>
              <a:avLst/>
              <a:gdLst>
                <a:gd name="textAreaLeft" fmla="*/ 0 w 2015640"/>
                <a:gd name="textAreaRight" fmla="*/ 2016000 w 2015640"/>
                <a:gd name="textAreaTop" fmla="*/ 0 h 1503360"/>
                <a:gd name="textAreaBottom" fmla="*/ 1503720 h 1503360"/>
              </a:gdLst>
              <a:ahLst/>
              <a:cxnLst/>
              <a:rect l="textAreaLeft" t="textAreaTop" r="textAreaRight" b="textAreaBottom"/>
              <a:pathLst>
                <a:path w="91600" h="68316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Google Shape;190;p26"/>
            <p:cNvSpPr/>
            <p:nvPr/>
          </p:nvSpPr>
          <p:spPr>
            <a:xfrm>
              <a:off x="2667240" y="1330920"/>
              <a:ext cx="12240" cy="1503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03360"/>
                <a:gd name="textAreaBottom" fmla="*/ 1503720 h 1503360"/>
              </a:gdLst>
              <a:ahLst/>
              <a:cxnLst/>
              <a:rect l="textAreaLeft" t="textAreaTop" r="textAreaRight" b="textAreaBottom"/>
              <a:pathLst>
                <a:path w="568" h="68316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Google Shape;191;p26"/>
            <p:cNvSpPr/>
            <p:nvPr/>
          </p:nvSpPr>
          <p:spPr>
            <a:xfrm>
              <a:off x="750960" y="1430640"/>
              <a:ext cx="1816200" cy="1303560"/>
            </a:xfrm>
            <a:custGeom>
              <a:avLst/>
              <a:gdLst>
                <a:gd name="textAreaLeft" fmla="*/ 0 w 1816200"/>
                <a:gd name="textAreaRight" fmla="*/ 1816560 w 181620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82526" h="59244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Google Shape;192;p26"/>
            <p:cNvSpPr/>
            <p:nvPr/>
          </p:nvSpPr>
          <p:spPr>
            <a:xfrm>
              <a:off x="2084400" y="2352240"/>
              <a:ext cx="323280" cy="451800"/>
            </a:xfrm>
            <a:custGeom>
              <a:avLst/>
              <a:gdLst>
                <a:gd name="textAreaLeft" fmla="*/ 0 w 323280"/>
                <a:gd name="textAreaRight" fmla="*/ 323640 w 323280"/>
                <a:gd name="textAreaTop" fmla="*/ 0 h 451800"/>
                <a:gd name="textAreaBottom" fmla="*/ 452160 h 451800"/>
              </a:gdLst>
              <a:ahLst/>
              <a:cxnLst/>
              <a:rect l="textAreaLeft" t="textAreaTop" r="textAreaRight" b="textAreaBottom"/>
              <a:pathLst>
                <a:path w="14712" h="20549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Google Shape;193;p26"/>
            <p:cNvSpPr/>
            <p:nvPr/>
          </p:nvSpPr>
          <p:spPr>
            <a:xfrm>
              <a:off x="1610640" y="2192760"/>
              <a:ext cx="345600" cy="451800"/>
            </a:xfrm>
            <a:custGeom>
              <a:avLst/>
              <a:gdLst>
                <a:gd name="textAreaLeft" fmla="*/ 0 w 345600"/>
                <a:gd name="textAreaRight" fmla="*/ 345960 w 345600"/>
                <a:gd name="textAreaTop" fmla="*/ 0 h 451800"/>
                <a:gd name="textAreaBottom" fmla="*/ 452160 h 451800"/>
              </a:gdLst>
              <a:ahLst/>
              <a:cxnLst/>
              <a:rect l="textAreaLeft" t="textAreaTop" r="textAreaRight" b="textAreaBottom"/>
              <a:pathLst>
                <a:path w="15712" h="20549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Google Shape;194;p26"/>
            <p:cNvSpPr/>
            <p:nvPr/>
          </p:nvSpPr>
          <p:spPr>
            <a:xfrm>
              <a:off x="1408320" y="2352240"/>
              <a:ext cx="322560" cy="451800"/>
            </a:xfrm>
            <a:custGeom>
              <a:avLst/>
              <a:gdLst>
                <a:gd name="textAreaLeft" fmla="*/ 0 w 322560"/>
                <a:gd name="textAreaRight" fmla="*/ 322920 w 322560"/>
                <a:gd name="textAreaTop" fmla="*/ 0 h 451800"/>
                <a:gd name="textAreaBottom" fmla="*/ 452160 h 451800"/>
              </a:gdLst>
              <a:ahLst/>
              <a:cxnLst/>
              <a:rect l="textAreaLeft" t="textAreaTop" r="textAreaRight" b="textAreaBottom"/>
              <a:pathLst>
                <a:path w="14678" h="20549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Google Shape;195;p26"/>
            <p:cNvSpPr/>
            <p:nvPr/>
          </p:nvSpPr>
          <p:spPr>
            <a:xfrm>
              <a:off x="933840" y="2192760"/>
              <a:ext cx="346320" cy="451800"/>
            </a:xfrm>
            <a:custGeom>
              <a:avLst/>
              <a:gdLst>
                <a:gd name="textAreaLeft" fmla="*/ 0 w 346320"/>
                <a:gd name="textAreaRight" fmla="*/ 346680 w 346320"/>
                <a:gd name="textAreaTop" fmla="*/ 0 h 451800"/>
                <a:gd name="textAreaBottom" fmla="*/ 452160 h 451800"/>
              </a:gdLst>
              <a:ahLst/>
              <a:cxnLst/>
              <a:rect l="textAreaLeft" t="textAreaTop" r="textAreaRight" b="textAreaBottom"/>
              <a:pathLst>
                <a:path w="15745" h="20549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Google Shape;196;p26"/>
            <p:cNvSpPr/>
            <p:nvPr/>
          </p:nvSpPr>
          <p:spPr>
            <a:xfrm>
              <a:off x="1207080" y="1466640"/>
              <a:ext cx="515880" cy="644400"/>
            </a:xfrm>
            <a:custGeom>
              <a:avLst/>
              <a:gdLst>
                <a:gd name="textAreaLeft" fmla="*/ 0 w 515880"/>
                <a:gd name="textAreaRight" fmla="*/ 516240 w 515880"/>
                <a:gd name="textAreaTop" fmla="*/ 0 h 644400"/>
                <a:gd name="textAreaBottom" fmla="*/ 644760 h 644400"/>
              </a:gdLst>
              <a:ahLst/>
              <a:cxnLst/>
              <a:rect l="textAreaLeft" t="textAreaTop" r="textAreaRight" b="textAreaBottom"/>
              <a:pathLst>
                <a:path w="23451" h="29288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Google Shape;197;p26"/>
            <p:cNvSpPr/>
            <p:nvPr/>
          </p:nvSpPr>
          <p:spPr>
            <a:xfrm>
              <a:off x="2265120" y="1387440"/>
              <a:ext cx="346320" cy="452520"/>
            </a:xfrm>
            <a:custGeom>
              <a:avLst/>
              <a:gdLst>
                <a:gd name="textAreaLeft" fmla="*/ 0 w 346320"/>
                <a:gd name="textAreaRight" fmla="*/ 346680 w 346320"/>
                <a:gd name="textAreaTop" fmla="*/ 0 h 452520"/>
                <a:gd name="textAreaBottom" fmla="*/ 452880 h 452520"/>
              </a:gdLst>
              <a:ahLst/>
              <a:cxnLst/>
              <a:rect l="textAreaLeft" t="textAreaTop" r="textAreaRight" b="textAreaBottom"/>
              <a:pathLst>
                <a:path w="15746" h="20583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Google Shape;198;p26"/>
            <p:cNvSpPr/>
            <p:nvPr/>
          </p:nvSpPr>
          <p:spPr>
            <a:xfrm>
              <a:off x="1840680" y="1647360"/>
              <a:ext cx="341640" cy="465840"/>
            </a:xfrm>
            <a:custGeom>
              <a:avLst/>
              <a:gdLst>
                <a:gd name="textAreaLeft" fmla="*/ 0 w 341640"/>
                <a:gd name="textAreaRight" fmla="*/ 342000 w 341640"/>
                <a:gd name="textAreaTop" fmla="*/ 0 h 465840"/>
                <a:gd name="textAreaBottom" fmla="*/ 466200 h 465840"/>
              </a:gdLst>
              <a:ahLst/>
              <a:cxnLst/>
              <a:rect l="textAreaLeft" t="textAreaTop" r="textAreaRight" b="textAreaBottom"/>
              <a:pathLst>
                <a:path w="15545" h="21182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Google Shape;199;p26"/>
            <p:cNvSpPr/>
            <p:nvPr/>
          </p:nvSpPr>
          <p:spPr>
            <a:xfrm>
              <a:off x="695160" y="1511640"/>
              <a:ext cx="335880" cy="461520"/>
            </a:xfrm>
            <a:custGeom>
              <a:avLst/>
              <a:gdLst>
                <a:gd name="textAreaLeft" fmla="*/ 0 w 335880"/>
                <a:gd name="textAreaRight" fmla="*/ 336240 w 335880"/>
                <a:gd name="textAreaTop" fmla="*/ 0 h 461520"/>
                <a:gd name="textAreaBottom" fmla="*/ 461880 h 461520"/>
              </a:gdLst>
              <a:ahLst/>
              <a:cxnLst/>
              <a:rect l="textAreaLeft" t="textAreaTop" r="textAreaRight" b="textAreaBottom"/>
              <a:pathLst>
                <a:path w="15278" h="20982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Google Shape;200;p26"/>
            <p:cNvSpPr/>
            <p:nvPr/>
          </p:nvSpPr>
          <p:spPr>
            <a:xfrm>
              <a:off x="3089520" y="1458000"/>
              <a:ext cx="820440" cy="1207440"/>
            </a:xfrm>
            <a:custGeom>
              <a:avLst/>
              <a:gdLst>
                <a:gd name="textAreaLeft" fmla="*/ 0 w 820440"/>
                <a:gd name="textAreaRight" fmla="*/ 820800 w 820440"/>
                <a:gd name="textAreaTop" fmla="*/ 0 h 1207440"/>
                <a:gd name="textAreaBottom" fmla="*/ 1207800 h 1207440"/>
              </a:gdLst>
              <a:ahLst/>
              <a:cxnLst/>
              <a:rect l="textAreaLeft" t="textAreaTop" r="textAreaRight" b="textAreaBottom"/>
              <a:pathLst>
                <a:path w="37295" h="54874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Google Shape;201;p26"/>
            <p:cNvSpPr/>
            <p:nvPr/>
          </p:nvSpPr>
          <p:spPr>
            <a:xfrm>
              <a:off x="3039480" y="1458000"/>
              <a:ext cx="847800" cy="1207440"/>
            </a:xfrm>
            <a:custGeom>
              <a:avLst/>
              <a:gdLst>
                <a:gd name="textAreaLeft" fmla="*/ 0 w 847800"/>
                <a:gd name="textAreaRight" fmla="*/ 848160 w 847800"/>
                <a:gd name="textAreaTop" fmla="*/ 0 h 1207440"/>
                <a:gd name="textAreaBottom" fmla="*/ 1207800 h 1207440"/>
              </a:gdLst>
              <a:ahLst/>
              <a:cxnLst/>
              <a:rect l="textAreaLeft" t="textAreaTop" r="textAreaRight" b="textAreaBottom"/>
              <a:pathLst>
                <a:path w="38529" h="54874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Google Shape;202;p26"/>
            <p:cNvSpPr/>
            <p:nvPr/>
          </p:nvSpPr>
          <p:spPr>
            <a:xfrm>
              <a:off x="3110760" y="1553400"/>
              <a:ext cx="705960" cy="1016640"/>
            </a:xfrm>
            <a:custGeom>
              <a:avLst/>
              <a:gdLst>
                <a:gd name="textAreaLeft" fmla="*/ 0 w 705960"/>
                <a:gd name="textAreaRight" fmla="*/ 706320 w 705960"/>
                <a:gd name="textAreaTop" fmla="*/ 0 h 1016640"/>
                <a:gd name="textAreaBottom" fmla="*/ 1017000 h 1016640"/>
              </a:gdLst>
              <a:ahLst/>
              <a:cxnLst/>
              <a:rect l="textAreaLeft" t="textAreaTop" r="textAreaRight" b="textAreaBottom"/>
              <a:pathLst>
                <a:path w="32090" h="46201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Google Shape;203;p26"/>
            <p:cNvSpPr/>
            <p:nvPr/>
          </p:nvSpPr>
          <p:spPr>
            <a:xfrm>
              <a:off x="3375720" y="1935000"/>
              <a:ext cx="175680" cy="253080"/>
            </a:xfrm>
            <a:custGeom>
              <a:avLst/>
              <a:gdLst>
                <a:gd name="textAreaLeft" fmla="*/ 0 w 175680"/>
                <a:gd name="textAreaRight" fmla="*/ 176040 w 175680"/>
                <a:gd name="textAreaTop" fmla="*/ 0 h 253080"/>
                <a:gd name="textAreaBottom" fmla="*/ 253440 h 253080"/>
              </a:gdLst>
              <a:ahLst/>
              <a:cxnLst/>
              <a:rect l="textAreaLeft" t="textAreaTop" r="textAreaRight" b="textAreaBottom"/>
              <a:pathLst>
                <a:path w="8006" h="11509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Google Shape;204;p26"/>
            <p:cNvSpPr/>
            <p:nvPr/>
          </p:nvSpPr>
          <p:spPr>
            <a:xfrm>
              <a:off x="3375720" y="1674360"/>
              <a:ext cx="175680" cy="252360"/>
            </a:xfrm>
            <a:custGeom>
              <a:avLst/>
              <a:gdLst>
                <a:gd name="textAreaLeft" fmla="*/ 0 w 175680"/>
                <a:gd name="textAreaRight" fmla="*/ 176040 w 17568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8006" h="11476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Google Shape;205;p26"/>
            <p:cNvSpPr/>
            <p:nvPr/>
          </p:nvSpPr>
          <p:spPr>
            <a:xfrm>
              <a:off x="3375720" y="2196360"/>
              <a:ext cx="175680" cy="253080"/>
            </a:xfrm>
            <a:custGeom>
              <a:avLst/>
              <a:gdLst>
                <a:gd name="textAreaLeft" fmla="*/ 0 w 175680"/>
                <a:gd name="textAreaRight" fmla="*/ 176040 w 175680"/>
                <a:gd name="textAreaTop" fmla="*/ 0 h 253080"/>
                <a:gd name="textAreaBottom" fmla="*/ 253440 h 253080"/>
              </a:gdLst>
              <a:ahLst/>
              <a:cxnLst/>
              <a:rect l="textAreaLeft" t="textAreaTop" r="textAreaRight" b="textAreaBottom"/>
              <a:pathLst>
                <a:path w="8006" h="11509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Google Shape;206;p26"/>
            <p:cNvSpPr/>
            <p:nvPr/>
          </p:nvSpPr>
          <p:spPr>
            <a:xfrm>
              <a:off x="3516120" y="3206880"/>
              <a:ext cx="93600" cy="678960"/>
            </a:xfrm>
            <a:custGeom>
              <a:avLst/>
              <a:gdLst>
                <a:gd name="textAreaLeft" fmla="*/ 0 w 93600"/>
                <a:gd name="textAreaRight" fmla="*/ 93960 w 93600"/>
                <a:gd name="textAreaTop" fmla="*/ 0 h 678960"/>
                <a:gd name="textAreaBottom" fmla="*/ 679320 h 678960"/>
              </a:gdLst>
              <a:ahLst/>
              <a:cxnLst/>
              <a:rect l="textAreaLeft" t="textAreaTop" r="textAreaRight" b="textAreaBottom"/>
              <a:pathLst>
                <a:path w="4271" h="30857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Google Shape;207;p26"/>
            <p:cNvSpPr/>
            <p:nvPr/>
          </p:nvSpPr>
          <p:spPr>
            <a:xfrm>
              <a:off x="3017160" y="3066480"/>
              <a:ext cx="551520" cy="371160"/>
            </a:xfrm>
            <a:custGeom>
              <a:avLst/>
              <a:gdLst>
                <a:gd name="textAreaLeft" fmla="*/ 0 w 551520"/>
                <a:gd name="textAreaRight" fmla="*/ 551880 w 551520"/>
                <a:gd name="textAreaTop" fmla="*/ 0 h 371160"/>
                <a:gd name="textAreaBottom" fmla="*/ 371520 h 371160"/>
              </a:gdLst>
              <a:ahLst/>
              <a:cxnLst/>
              <a:rect l="textAreaLeft" t="textAreaTop" r="textAreaRight" b="textAreaBottom"/>
              <a:pathLst>
                <a:path w="25066" h="1688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Google Shape;208;p26"/>
            <p:cNvSpPr/>
            <p:nvPr/>
          </p:nvSpPr>
          <p:spPr>
            <a:xfrm>
              <a:off x="3169800" y="3404880"/>
              <a:ext cx="384840" cy="258840"/>
            </a:xfrm>
            <a:custGeom>
              <a:avLst/>
              <a:gdLst>
                <a:gd name="textAreaLeft" fmla="*/ 0 w 384840"/>
                <a:gd name="textAreaRight" fmla="*/ 385200 w 384840"/>
                <a:gd name="textAreaTop" fmla="*/ 0 h 258840"/>
                <a:gd name="textAreaBottom" fmla="*/ 259200 h 258840"/>
              </a:gdLst>
              <a:ahLst/>
              <a:cxnLst/>
              <a:rect l="textAreaLeft" t="textAreaTop" r="textAreaRight" b="textAreaBottom"/>
              <a:pathLst>
                <a:path w="17503" h="11776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Google Shape;209;p26"/>
            <p:cNvSpPr/>
            <p:nvPr/>
          </p:nvSpPr>
          <p:spPr>
            <a:xfrm>
              <a:off x="3538080" y="3212640"/>
              <a:ext cx="630360" cy="412200"/>
            </a:xfrm>
            <a:custGeom>
              <a:avLst/>
              <a:gdLst>
                <a:gd name="textAreaLeft" fmla="*/ 0 w 630360"/>
                <a:gd name="textAreaRight" fmla="*/ 630720 w 630360"/>
                <a:gd name="textAreaTop" fmla="*/ 0 h 412200"/>
                <a:gd name="textAreaBottom" fmla="*/ 412560 h 412200"/>
              </a:gdLst>
              <a:ahLst/>
              <a:cxnLst/>
              <a:rect l="textAreaLeft" t="textAreaTop" r="textAreaRight" b="textAreaBottom"/>
              <a:pathLst>
                <a:path w="28650" h="18748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Google Shape;210;p26"/>
            <p:cNvSpPr/>
            <p:nvPr/>
          </p:nvSpPr>
          <p:spPr>
            <a:xfrm>
              <a:off x="3536640" y="2988360"/>
              <a:ext cx="415800" cy="348120"/>
            </a:xfrm>
            <a:custGeom>
              <a:avLst/>
              <a:gdLst>
                <a:gd name="textAreaLeft" fmla="*/ 0 w 415800"/>
                <a:gd name="textAreaRight" fmla="*/ 416160 w 415800"/>
                <a:gd name="textAreaTop" fmla="*/ 0 h 348120"/>
                <a:gd name="textAreaBottom" fmla="*/ 348480 h 348120"/>
              </a:gdLst>
              <a:ahLst/>
              <a:cxnLst/>
              <a:rect l="textAreaLeft" t="textAreaTop" r="textAreaRight" b="textAreaBottom"/>
              <a:pathLst>
                <a:path w="18906" h="15833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Google Shape;211;p26"/>
            <p:cNvSpPr/>
            <p:nvPr/>
          </p:nvSpPr>
          <p:spPr>
            <a:xfrm>
              <a:off x="3387600" y="3824280"/>
              <a:ext cx="347040" cy="273600"/>
            </a:xfrm>
            <a:custGeom>
              <a:avLst/>
              <a:gdLst>
                <a:gd name="textAreaLeft" fmla="*/ 0 w 347040"/>
                <a:gd name="textAreaRight" fmla="*/ 347400 w 347040"/>
                <a:gd name="textAreaTop" fmla="*/ 0 h 273600"/>
                <a:gd name="textAreaBottom" fmla="*/ 273960 h 273600"/>
              </a:gdLst>
              <a:ahLst/>
              <a:cxnLst/>
              <a:rect l="textAreaLeft" t="textAreaTop" r="textAreaRight" b="textAreaBottom"/>
              <a:pathLst>
                <a:path w="15779" h="12443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Google Shape;212;p26"/>
            <p:cNvSpPr/>
            <p:nvPr/>
          </p:nvSpPr>
          <p:spPr>
            <a:xfrm>
              <a:off x="3353760" y="3778560"/>
              <a:ext cx="414360" cy="100800"/>
            </a:xfrm>
            <a:custGeom>
              <a:avLst/>
              <a:gdLst>
                <a:gd name="textAreaLeft" fmla="*/ 0 w 414360"/>
                <a:gd name="textAreaRight" fmla="*/ 414720 w 41436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18848" h="4604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Google Shape;213;p26"/>
            <p:cNvSpPr/>
            <p:nvPr/>
          </p:nvSpPr>
          <p:spPr>
            <a:xfrm>
              <a:off x="514800" y="4395960"/>
              <a:ext cx="3558960" cy="207360"/>
            </a:xfrm>
            <a:custGeom>
              <a:avLst/>
              <a:gdLst>
                <a:gd name="textAreaLeft" fmla="*/ 0 w 3558960"/>
                <a:gd name="textAreaRight" fmla="*/ 3559320 w 3558960"/>
                <a:gd name="textAreaTop" fmla="*/ 0 h 207360"/>
                <a:gd name="textAreaBottom" fmla="*/ 207720 h 207360"/>
              </a:gdLst>
              <a:ahLst/>
              <a:cxnLst/>
              <a:rect l="textAreaLeft" t="textAreaTop" r="textAreaRight" b="textAreaBottom"/>
              <a:pathLst>
                <a:path w="161716" h="9441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Google Shape;214;p26"/>
            <p:cNvSpPr/>
            <p:nvPr/>
          </p:nvSpPr>
          <p:spPr>
            <a:xfrm>
              <a:off x="3490920" y="1288440"/>
              <a:ext cx="17280" cy="5256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52560"/>
                <a:gd name="textAreaBottom" fmla="*/ 52920 h 52560"/>
              </a:gdLst>
              <a:ahLst/>
              <a:cxnLst/>
              <a:rect l="textAreaLeft" t="textAreaTop" r="textAreaRight" b="textAreaBottom"/>
              <a:pathLst>
                <a:path w="801" h="2403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Google Shape;215;p26"/>
            <p:cNvSpPr/>
            <p:nvPr/>
          </p:nvSpPr>
          <p:spPr>
            <a:xfrm>
              <a:off x="3392640" y="1127520"/>
              <a:ext cx="108360" cy="114120"/>
            </a:xfrm>
            <a:custGeom>
              <a:avLst/>
              <a:gdLst>
                <a:gd name="textAreaLeft" fmla="*/ 0 w 108360"/>
                <a:gd name="textAreaRight" fmla="*/ 108720 w 108360"/>
                <a:gd name="textAreaTop" fmla="*/ 0 h 114120"/>
                <a:gd name="textAreaBottom" fmla="*/ 114480 h 114120"/>
              </a:gdLst>
              <a:ahLst/>
              <a:cxnLst/>
              <a:rect l="textAreaLeft" t="textAreaTop" r="textAreaRight" b="textAreaBottom"/>
              <a:pathLst>
                <a:path w="4938" h="5204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Google Shape;216;p26"/>
            <p:cNvSpPr/>
            <p:nvPr/>
          </p:nvSpPr>
          <p:spPr>
            <a:xfrm>
              <a:off x="3165840" y="1149120"/>
              <a:ext cx="310320" cy="305640"/>
            </a:xfrm>
            <a:custGeom>
              <a:avLst/>
              <a:gdLst>
                <a:gd name="textAreaLeft" fmla="*/ 0 w 310320"/>
                <a:gd name="textAreaRight" fmla="*/ 310680 w 310320"/>
                <a:gd name="textAreaTop" fmla="*/ 0 h 305640"/>
                <a:gd name="textAreaBottom" fmla="*/ 306000 h 305640"/>
              </a:gdLst>
              <a:ahLst/>
              <a:cxnLst/>
              <a:rect l="textAreaLeft" t="textAreaTop" r="textAreaRight" b="textAreaBottom"/>
              <a:pathLst>
                <a:path w="14111" h="13903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Google Shape;217;p26"/>
            <p:cNvSpPr/>
            <p:nvPr/>
          </p:nvSpPr>
          <p:spPr>
            <a:xfrm>
              <a:off x="3123360" y="1274760"/>
              <a:ext cx="227160" cy="224640"/>
            </a:xfrm>
            <a:custGeom>
              <a:avLst/>
              <a:gdLst>
                <a:gd name="textAreaLeft" fmla="*/ 0 w 227160"/>
                <a:gd name="textAreaRight" fmla="*/ 227520 w 227160"/>
                <a:gd name="textAreaTop" fmla="*/ 0 h 224640"/>
                <a:gd name="textAreaBottom" fmla="*/ 225000 h 224640"/>
              </a:gdLst>
              <a:ahLst/>
              <a:cxnLst/>
              <a:rect l="textAreaLeft" t="textAreaTop" r="textAreaRight" b="textAreaBottom"/>
              <a:pathLst>
                <a:path w="10342" h="10216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Google Shape;218;p26"/>
            <p:cNvSpPr/>
            <p:nvPr/>
          </p:nvSpPr>
          <p:spPr>
            <a:xfrm>
              <a:off x="3472560" y="1675080"/>
              <a:ext cx="326520" cy="331560"/>
            </a:xfrm>
            <a:custGeom>
              <a:avLst/>
              <a:gdLst>
                <a:gd name="textAreaLeft" fmla="*/ 0 w 326520"/>
                <a:gd name="textAreaRight" fmla="*/ 326880 w 326520"/>
                <a:gd name="textAreaTop" fmla="*/ 0 h 331560"/>
                <a:gd name="textAreaBottom" fmla="*/ 331920 h 331560"/>
              </a:gdLst>
              <a:ahLst/>
              <a:cxnLst/>
              <a:rect l="textAreaLeft" t="textAreaTop" r="textAreaRight" b="textAreaBottom"/>
              <a:pathLst>
                <a:path w="14845" h="15079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Google Shape;219;p26"/>
            <p:cNvSpPr/>
            <p:nvPr/>
          </p:nvSpPr>
          <p:spPr>
            <a:xfrm>
              <a:off x="3510000" y="1708200"/>
              <a:ext cx="261720" cy="27072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270720"/>
                <a:gd name="textAreaBottom" fmla="*/ 271080 h 270720"/>
              </a:gdLst>
              <a:ahLst/>
              <a:cxnLst/>
              <a:rect l="textAreaLeft" t="textAreaTop" r="textAreaRight" b="textAreaBottom"/>
              <a:pathLst>
                <a:path w="11910" h="1231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Google Shape;220;p26"/>
            <p:cNvSpPr/>
            <p:nvPr/>
          </p:nvSpPr>
          <p:spPr>
            <a:xfrm>
              <a:off x="1950840" y="1121040"/>
              <a:ext cx="291240" cy="133200"/>
            </a:xfrm>
            <a:custGeom>
              <a:avLst/>
              <a:gdLst>
                <a:gd name="textAreaLeft" fmla="*/ 0 w 291240"/>
                <a:gd name="textAreaRight" fmla="*/ 291600 w 291240"/>
                <a:gd name="textAreaTop" fmla="*/ 0 h 133200"/>
                <a:gd name="textAreaBottom" fmla="*/ 133560 h 133200"/>
              </a:gdLst>
              <a:ahLst/>
              <a:cxnLst/>
              <a:rect l="textAreaLeft" t="textAreaTop" r="textAreaRight" b="textAreaBottom"/>
              <a:pathLst>
                <a:path w="13244" h="6072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6600" bIns="666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Google Shape;221;p26"/>
            <p:cNvSpPr/>
            <p:nvPr/>
          </p:nvSpPr>
          <p:spPr>
            <a:xfrm>
              <a:off x="1928880" y="1197000"/>
              <a:ext cx="376200" cy="267480"/>
            </a:xfrm>
            <a:custGeom>
              <a:avLst/>
              <a:gdLst>
                <a:gd name="textAreaLeft" fmla="*/ 0 w 376200"/>
                <a:gd name="textAreaRight" fmla="*/ 376560 w 37620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17113" h="12174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Google Shape;222;p26"/>
            <p:cNvSpPr/>
            <p:nvPr/>
          </p:nvSpPr>
          <p:spPr>
            <a:xfrm>
              <a:off x="1950840" y="1197360"/>
              <a:ext cx="291240" cy="133200"/>
            </a:xfrm>
            <a:custGeom>
              <a:avLst/>
              <a:gdLst>
                <a:gd name="textAreaLeft" fmla="*/ 0 w 291240"/>
                <a:gd name="textAreaRight" fmla="*/ 291600 w 291240"/>
                <a:gd name="textAreaTop" fmla="*/ 0 h 133200"/>
                <a:gd name="textAreaBottom" fmla="*/ 133560 h 133200"/>
              </a:gdLst>
              <a:ahLst/>
              <a:cxnLst/>
              <a:rect l="textAreaLeft" t="textAreaTop" r="textAreaRight" b="textAreaBottom"/>
              <a:pathLst>
                <a:path w="13244" h="6072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6600" bIns="666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Google Shape;223;p26"/>
            <p:cNvSpPr/>
            <p:nvPr/>
          </p:nvSpPr>
          <p:spPr>
            <a:xfrm>
              <a:off x="1953720" y="1080360"/>
              <a:ext cx="261000" cy="250200"/>
            </a:xfrm>
            <a:custGeom>
              <a:avLst/>
              <a:gdLst>
                <a:gd name="textAreaLeft" fmla="*/ 0 w 261000"/>
                <a:gd name="textAreaRight" fmla="*/ 261360 w 261000"/>
                <a:gd name="textAreaTop" fmla="*/ 0 h 250200"/>
                <a:gd name="textAreaBottom" fmla="*/ 250560 h 250200"/>
              </a:gdLst>
              <a:ahLst/>
              <a:cxnLst/>
              <a:rect l="textAreaLeft" t="textAreaTop" r="textAreaRight" b="textAreaBottom"/>
              <a:pathLst>
                <a:path w="11876" h="11376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Google Shape;224;p26"/>
            <p:cNvSpPr/>
            <p:nvPr/>
          </p:nvSpPr>
          <p:spPr>
            <a:xfrm>
              <a:off x="1953720" y="1080360"/>
              <a:ext cx="261000" cy="250200"/>
            </a:xfrm>
            <a:custGeom>
              <a:avLst/>
              <a:gdLst>
                <a:gd name="textAreaLeft" fmla="*/ 0 w 261000"/>
                <a:gd name="textAreaRight" fmla="*/ 261360 w 261000"/>
                <a:gd name="textAreaTop" fmla="*/ 0 h 250200"/>
                <a:gd name="textAreaBottom" fmla="*/ 250560 h 250200"/>
              </a:gdLst>
              <a:ahLst/>
              <a:cxnLst/>
              <a:rect l="textAreaLeft" t="textAreaTop" r="textAreaRight" b="textAreaBottom"/>
              <a:pathLst>
                <a:path w="11876" h="11376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Google Shape;225;p26"/>
            <p:cNvSpPr/>
            <p:nvPr/>
          </p:nvSpPr>
          <p:spPr>
            <a:xfrm>
              <a:off x="1724760" y="1624680"/>
              <a:ext cx="222840" cy="222120"/>
            </a:xfrm>
            <a:custGeom>
              <a:avLst/>
              <a:gdLst>
                <a:gd name="textAreaLeft" fmla="*/ 0 w 222840"/>
                <a:gd name="textAreaRight" fmla="*/ 223200 w 22284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10142" h="10108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Google Shape;226;p26"/>
            <p:cNvSpPr/>
            <p:nvPr/>
          </p:nvSpPr>
          <p:spPr>
            <a:xfrm>
              <a:off x="1588680" y="1623960"/>
              <a:ext cx="136080" cy="136080"/>
            </a:xfrm>
            <a:custGeom>
              <a:avLst/>
              <a:gdLst>
                <a:gd name="textAreaLeft" fmla="*/ 0 w 136080"/>
                <a:gd name="textAreaRight" fmla="*/ 136440 w 136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6206" h="6206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Google Shape;227;p26"/>
            <p:cNvSpPr/>
            <p:nvPr/>
          </p:nvSpPr>
          <p:spPr>
            <a:xfrm>
              <a:off x="2609280" y="1471680"/>
              <a:ext cx="132120" cy="156240"/>
            </a:xfrm>
            <a:custGeom>
              <a:avLst/>
              <a:gdLst>
                <a:gd name="textAreaLeft" fmla="*/ 0 w 132120"/>
                <a:gd name="textAreaRight" fmla="*/ 132480 w 132120"/>
                <a:gd name="textAreaTop" fmla="*/ 0 h 156240"/>
                <a:gd name="textAreaBottom" fmla="*/ 156600 h 156240"/>
              </a:gdLst>
              <a:ahLst/>
              <a:cxnLst/>
              <a:rect l="textAreaLeft" t="textAreaTop" r="textAreaRight" b="textAreaBottom"/>
              <a:pathLst>
                <a:path w="6023" h="7117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Google Shape;228;p26"/>
            <p:cNvSpPr/>
            <p:nvPr/>
          </p:nvSpPr>
          <p:spPr>
            <a:xfrm>
              <a:off x="2193120" y="2553120"/>
              <a:ext cx="570960" cy="1747080"/>
            </a:xfrm>
            <a:custGeom>
              <a:avLst/>
              <a:gdLst>
                <a:gd name="textAreaLeft" fmla="*/ 0 w 570960"/>
                <a:gd name="textAreaRight" fmla="*/ 571320 w 570960"/>
                <a:gd name="textAreaTop" fmla="*/ 0 h 1747080"/>
                <a:gd name="textAreaBottom" fmla="*/ 1747440 h 1747080"/>
              </a:gdLst>
              <a:ahLst/>
              <a:cxnLst/>
              <a:rect l="textAreaLeft" t="textAreaTop" r="textAreaRight" b="textAreaBottom"/>
              <a:pathLst>
                <a:path w="25953" h="79392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Google Shape;229;p26"/>
            <p:cNvSpPr/>
            <p:nvPr/>
          </p:nvSpPr>
          <p:spPr>
            <a:xfrm>
              <a:off x="2583720" y="2822040"/>
              <a:ext cx="87840" cy="441000"/>
            </a:xfrm>
            <a:custGeom>
              <a:avLst/>
              <a:gdLst>
                <a:gd name="textAreaLeft" fmla="*/ 0 w 87840"/>
                <a:gd name="textAreaRight" fmla="*/ 88200 w 87840"/>
                <a:gd name="textAreaTop" fmla="*/ 0 h 441000"/>
                <a:gd name="textAreaBottom" fmla="*/ 441360 h 441000"/>
              </a:gdLst>
              <a:ahLst/>
              <a:cxnLst/>
              <a:rect l="textAreaLeft" t="textAreaTop" r="textAreaRight" b="textAreaBottom"/>
              <a:pathLst>
                <a:path w="4004" h="20049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Google Shape;230;p26"/>
            <p:cNvSpPr/>
            <p:nvPr/>
          </p:nvSpPr>
          <p:spPr>
            <a:xfrm>
              <a:off x="2019600" y="4248000"/>
              <a:ext cx="321120" cy="252720"/>
            </a:xfrm>
            <a:custGeom>
              <a:avLst/>
              <a:gdLst>
                <a:gd name="textAreaLeft" fmla="*/ 0 w 321120"/>
                <a:gd name="textAreaRight" fmla="*/ 321480 w 321120"/>
                <a:gd name="textAreaTop" fmla="*/ 0 h 252720"/>
                <a:gd name="textAreaBottom" fmla="*/ 253080 h 252720"/>
              </a:gdLst>
              <a:ahLst/>
              <a:cxnLst/>
              <a:rect l="textAreaLeft" t="textAreaTop" r="textAreaRight" b="textAreaBottom"/>
              <a:pathLst>
                <a:path w="14611" h="11499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Google Shape;231;p26"/>
            <p:cNvSpPr/>
            <p:nvPr/>
          </p:nvSpPr>
          <p:spPr>
            <a:xfrm>
              <a:off x="2184120" y="4204800"/>
              <a:ext cx="187560" cy="117000"/>
            </a:xfrm>
            <a:custGeom>
              <a:avLst/>
              <a:gdLst>
                <a:gd name="textAreaLeft" fmla="*/ 0 w 187560"/>
                <a:gd name="textAreaRight" fmla="*/ 187920 w 187560"/>
                <a:gd name="textAreaTop" fmla="*/ 0 h 117000"/>
                <a:gd name="textAreaBottom" fmla="*/ 117360 h 117000"/>
              </a:gdLst>
              <a:ahLst/>
              <a:cxnLst/>
              <a:rect l="textAreaLeft" t="textAreaTop" r="textAreaRight" b="textAreaBottom"/>
              <a:pathLst>
                <a:path w="8540" h="5331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680" bIns="586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Google Shape;232;p26"/>
            <p:cNvSpPr/>
            <p:nvPr/>
          </p:nvSpPr>
          <p:spPr>
            <a:xfrm>
              <a:off x="2184120" y="4204800"/>
              <a:ext cx="187560" cy="117000"/>
            </a:xfrm>
            <a:custGeom>
              <a:avLst/>
              <a:gdLst>
                <a:gd name="textAreaLeft" fmla="*/ 0 w 187560"/>
                <a:gd name="textAreaRight" fmla="*/ 187920 w 187560"/>
                <a:gd name="textAreaTop" fmla="*/ 0 h 117000"/>
                <a:gd name="textAreaBottom" fmla="*/ 117360 h 117000"/>
              </a:gdLst>
              <a:ahLst/>
              <a:cxnLst/>
              <a:rect l="textAreaLeft" t="textAreaTop" r="textAreaRight" b="textAreaBottom"/>
              <a:pathLst>
                <a:path w="8540" h="5331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680" bIns="586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Google Shape;233;p26"/>
            <p:cNvSpPr/>
            <p:nvPr/>
          </p:nvSpPr>
          <p:spPr>
            <a:xfrm>
              <a:off x="2676960" y="4280760"/>
              <a:ext cx="256680" cy="21852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218520"/>
                <a:gd name="textAreaBottom" fmla="*/ 218880 h 218520"/>
              </a:gdLst>
              <a:ahLst/>
              <a:cxnLst/>
              <a:rect l="textAreaLeft" t="textAreaTop" r="textAreaRight" b="textAreaBottom"/>
              <a:pathLst>
                <a:path w="11676" h="9951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Google Shape;234;p26"/>
            <p:cNvSpPr/>
            <p:nvPr/>
          </p:nvSpPr>
          <p:spPr>
            <a:xfrm>
              <a:off x="2544840" y="2555640"/>
              <a:ext cx="402120" cy="1727280"/>
            </a:xfrm>
            <a:custGeom>
              <a:avLst/>
              <a:gdLst>
                <a:gd name="textAreaLeft" fmla="*/ 0 w 402120"/>
                <a:gd name="textAreaRight" fmla="*/ 402480 w 402120"/>
                <a:gd name="textAreaTop" fmla="*/ 0 h 1727280"/>
                <a:gd name="textAreaBottom" fmla="*/ 1727640 h 1727280"/>
              </a:gdLst>
              <a:ahLst/>
              <a:cxnLst/>
              <a:rect l="textAreaLeft" t="textAreaTop" r="textAreaRight" b="textAreaBottom"/>
              <a:pathLst>
                <a:path w="18281" h="78491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Google Shape;235;p26"/>
            <p:cNvSpPr/>
            <p:nvPr/>
          </p:nvSpPr>
          <p:spPr>
            <a:xfrm>
              <a:off x="2756160" y="4233240"/>
              <a:ext cx="186120" cy="77400"/>
            </a:xfrm>
            <a:custGeom>
              <a:avLst/>
              <a:gdLst>
                <a:gd name="textAreaLeft" fmla="*/ 0 w 186120"/>
                <a:gd name="textAreaRight" fmla="*/ 186480 w 18612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8474" h="354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Google Shape;236;p26"/>
            <p:cNvSpPr/>
            <p:nvPr/>
          </p:nvSpPr>
          <p:spPr>
            <a:xfrm>
              <a:off x="2756160" y="4233240"/>
              <a:ext cx="186120" cy="77400"/>
            </a:xfrm>
            <a:custGeom>
              <a:avLst/>
              <a:gdLst>
                <a:gd name="textAreaLeft" fmla="*/ 0 w 186120"/>
                <a:gd name="textAreaRight" fmla="*/ 186480 w 18612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8474" h="354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Google Shape;237;p26"/>
            <p:cNvSpPr/>
            <p:nvPr/>
          </p:nvSpPr>
          <p:spPr>
            <a:xfrm>
              <a:off x="2118960" y="1587240"/>
              <a:ext cx="465120" cy="404280"/>
            </a:xfrm>
            <a:custGeom>
              <a:avLst/>
              <a:gdLst>
                <a:gd name="textAreaLeft" fmla="*/ 0 w 465120"/>
                <a:gd name="textAreaRight" fmla="*/ 465480 w 465120"/>
                <a:gd name="textAreaTop" fmla="*/ 0 h 404280"/>
                <a:gd name="textAreaBottom" fmla="*/ 404640 h 404280"/>
              </a:gdLst>
              <a:ahLst/>
              <a:cxnLst/>
              <a:rect l="textAreaLeft" t="textAreaTop" r="textAreaRight" b="textAreaBottom"/>
              <a:pathLst>
                <a:path w="21150" h="18378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Google Shape;238;p26"/>
            <p:cNvSpPr/>
            <p:nvPr/>
          </p:nvSpPr>
          <p:spPr>
            <a:xfrm>
              <a:off x="2359080" y="1843920"/>
              <a:ext cx="355680" cy="207360"/>
            </a:xfrm>
            <a:custGeom>
              <a:avLst/>
              <a:gdLst>
                <a:gd name="textAreaLeft" fmla="*/ 0 w 355680"/>
                <a:gd name="textAreaRight" fmla="*/ 356040 w 355680"/>
                <a:gd name="textAreaTop" fmla="*/ 0 h 207360"/>
                <a:gd name="textAreaBottom" fmla="*/ 207720 h 207360"/>
              </a:gdLst>
              <a:ahLst/>
              <a:cxnLst/>
              <a:rect l="textAreaLeft" t="textAreaTop" r="textAreaRight" b="textAreaBottom"/>
              <a:pathLst>
                <a:path w="16179" h="9439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Google Shape;239;p26"/>
            <p:cNvSpPr/>
            <p:nvPr/>
          </p:nvSpPr>
          <p:spPr>
            <a:xfrm>
              <a:off x="2388960" y="1872720"/>
              <a:ext cx="578160" cy="736200"/>
            </a:xfrm>
            <a:custGeom>
              <a:avLst/>
              <a:gdLst>
                <a:gd name="textAreaLeft" fmla="*/ 0 w 578160"/>
                <a:gd name="textAreaRight" fmla="*/ 578520 w 578160"/>
                <a:gd name="textAreaTop" fmla="*/ 0 h 736200"/>
                <a:gd name="textAreaBottom" fmla="*/ 736560 h 736200"/>
              </a:gdLst>
              <a:ahLst/>
              <a:cxnLst/>
              <a:rect l="textAreaLeft" t="textAreaTop" r="textAreaRight" b="textAreaBottom"/>
              <a:pathLst>
                <a:path w="26286" h="3346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Google Shape;240;p26"/>
            <p:cNvSpPr/>
            <p:nvPr/>
          </p:nvSpPr>
          <p:spPr>
            <a:xfrm>
              <a:off x="2611440" y="1985760"/>
              <a:ext cx="18000" cy="284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28440"/>
                <a:gd name="textAreaBottom" fmla="*/ 28800 h 28440"/>
              </a:gdLst>
              <a:ahLst/>
              <a:cxnLst/>
              <a:rect l="textAreaLeft" t="textAreaTop" r="textAreaRight" b="textAreaBottom"/>
              <a:pathLst>
                <a:path w="835" h="1308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Google Shape;241;p26"/>
            <p:cNvSpPr/>
            <p:nvPr/>
          </p:nvSpPr>
          <p:spPr>
            <a:xfrm>
              <a:off x="2842200" y="1663560"/>
              <a:ext cx="531360" cy="379800"/>
            </a:xfrm>
            <a:custGeom>
              <a:avLst/>
              <a:gdLst>
                <a:gd name="textAreaLeft" fmla="*/ 0 w 531360"/>
                <a:gd name="textAreaRight" fmla="*/ 531720 w 531360"/>
                <a:gd name="textAreaTop" fmla="*/ 0 h 379800"/>
                <a:gd name="textAreaBottom" fmla="*/ 380160 h 379800"/>
              </a:gdLst>
              <a:ahLst/>
              <a:cxnLst/>
              <a:rect l="textAreaLeft" t="textAreaTop" r="textAreaRight" b="textAreaBottom"/>
              <a:pathLst>
                <a:path w="24152" h="17265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Google Shape;242;p26"/>
            <p:cNvSpPr/>
            <p:nvPr/>
          </p:nvSpPr>
          <p:spPr>
            <a:xfrm>
              <a:off x="2714400" y="1891440"/>
              <a:ext cx="371160" cy="21780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217800"/>
                <a:gd name="textAreaBottom" fmla="*/ 218160 h 217800"/>
              </a:gdLst>
              <a:ahLst/>
              <a:cxnLst/>
              <a:rect l="textAreaLeft" t="textAreaTop" r="textAreaRight" b="textAreaBottom"/>
              <a:pathLst>
                <a:path w="16880" h="9904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Google Shape;243;p26"/>
            <p:cNvSpPr/>
            <p:nvPr/>
          </p:nvSpPr>
          <p:spPr>
            <a:xfrm>
              <a:off x="3285360" y="1614960"/>
              <a:ext cx="142920" cy="120960"/>
            </a:xfrm>
            <a:custGeom>
              <a:avLst/>
              <a:gdLst>
                <a:gd name="textAreaLeft" fmla="*/ 0 w 142920"/>
                <a:gd name="textAreaRight" fmla="*/ 143280 w 142920"/>
                <a:gd name="textAreaTop" fmla="*/ 0 h 120960"/>
                <a:gd name="textAreaBottom" fmla="*/ 121320 h 120960"/>
              </a:gdLst>
              <a:ahLst/>
              <a:cxnLst/>
              <a:rect l="textAreaLeft" t="textAreaTop" r="textAreaRight" b="textAreaBottom"/>
              <a:pathLst>
                <a:path w="6505" h="5505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480" bIns="604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Google Shape;244;p26"/>
            <p:cNvSpPr/>
            <p:nvPr/>
          </p:nvSpPr>
          <p:spPr>
            <a:xfrm>
              <a:off x="3344040" y="1566720"/>
              <a:ext cx="119520" cy="11556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15560"/>
                <a:gd name="textAreaBottom" fmla="*/ 115920 h 115560"/>
              </a:gdLst>
              <a:ahLst/>
              <a:cxnLst/>
              <a:rect l="textAreaLeft" t="textAreaTop" r="textAreaRight" b="textAreaBottom"/>
              <a:pathLst>
                <a:path w="5439" h="5267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960" bIns="579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Google Shape;245;p26"/>
            <p:cNvSpPr/>
            <p:nvPr/>
          </p:nvSpPr>
          <p:spPr>
            <a:xfrm>
              <a:off x="2841480" y="1964520"/>
              <a:ext cx="614880" cy="327960"/>
            </a:xfrm>
            <a:custGeom>
              <a:avLst/>
              <a:gdLst>
                <a:gd name="textAreaLeft" fmla="*/ 0 w 614880"/>
                <a:gd name="textAreaRight" fmla="*/ 615240 w 61488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27951" h="14923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Google Shape;246;p26"/>
            <p:cNvSpPr/>
            <p:nvPr/>
          </p:nvSpPr>
          <p:spPr>
            <a:xfrm>
              <a:off x="2794320" y="1904760"/>
              <a:ext cx="301680" cy="304560"/>
            </a:xfrm>
            <a:custGeom>
              <a:avLst/>
              <a:gdLst>
                <a:gd name="textAreaLeft" fmla="*/ 0 w 301680"/>
                <a:gd name="textAreaRight" fmla="*/ 302040 w 301680"/>
                <a:gd name="textAreaTop" fmla="*/ 0 h 304560"/>
                <a:gd name="textAreaBottom" fmla="*/ 304920 h 304560"/>
              </a:gdLst>
              <a:ahLst/>
              <a:cxnLst/>
              <a:rect l="textAreaLeft" t="textAreaTop" r="textAreaRight" b="textAreaBottom"/>
              <a:pathLst>
                <a:path w="13719" h="13848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Google Shape;247;p26"/>
            <p:cNvSpPr/>
            <p:nvPr/>
          </p:nvSpPr>
          <p:spPr>
            <a:xfrm>
              <a:off x="3390480" y="2049480"/>
              <a:ext cx="127440" cy="109800"/>
            </a:xfrm>
            <a:custGeom>
              <a:avLst/>
              <a:gdLst>
                <a:gd name="textAreaLeft" fmla="*/ 0 w 127440"/>
                <a:gd name="textAreaRight" fmla="*/ 127800 w 12744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5805" h="5005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Google Shape;248;p26"/>
            <p:cNvSpPr/>
            <p:nvPr/>
          </p:nvSpPr>
          <p:spPr>
            <a:xfrm>
              <a:off x="3456720" y="2018520"/>
              <a:ext cx="108360" cy="113040"/>
            </a:xfrm>
            <a:custGeom>
              <a:avLst/>
              <a:gdLst>
                <a:gd name="textAreaLeft" fmla="*/ 0 w 108360"/>
                <a:gd name="textAreaRight" fmla="*/ 108720 w 108360"/>
                <a:gd name="textAreaTop" fmla="*/ 0 h 113040"/>
                <a:gd name="textAreaBottom" fmla="*/ 113400 h 113040"/>
              </a:gdLst>
              <a:ahLst/>
              <a:cxnLst/>
              <a:rect l="textAreaLeft" t="textAreaTop" r="textAreaRight" b="textAreaBottom"/>
              <a:pathLst>
                <a:path w="4938" h="5148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520" bIns="565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Google Shape;249;p26"/>
            <p:cNvSpPr/>
            <p:nvPr/>
          </p:nvSpPr>
          <p:spPr>
            <a:xfrm>
              <a:off x="2643120" y="1882800"/>
              <a:ext cx="184680" cy="12456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8407" h="5677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Google Shape;250;p26"/>
            <p:cNvSpPr/>
            <p:nvPr/>
          </p:nvSpPr>
          <p:spPr>
            <a:xfrm>
              <a:off x="2550600" y="1869480"/>
              <a:ext cx="104040" cy="115920"/>
            </a:xfrm>
            <a:custGeom>
              <a:avLst/>
              <a:gdLst>
                <a:gd name="textAreaLeft" fmla="*/ 0 w 104040"/>
                <a:gd name="textAreaRight" fmla="*/ 104400 w 104040"/>
                <a:gd name="textAreaTop" fmla="*/ 0 h 115920"/>
                <a:gd name="textAreaBottom" fmla="*/ 116280 h 115920"/>
              </a:gdLst>
              <a:ahLst/>
              <a:cxnLst/>
              <a:rect l="textAreaLeft" t="textAreaTop" r="textAreaRight" b="textAreaBottom"/>
              <a:pathLst>
                <a:path w="4738" h="5286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960" bIns="579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Google Shape;251;p26"/>
            <p:cNvSpPr/>
            <p:nvPr/>
          </p:nvSpPr>
          <p:spPr>
            <a:xfrm>
              <a:off x="2599920" y="1684800"/>
              <a:ext cx="219240" cy="271440"/>
            </a:xfrm>
            <a:custGeom>
              <a:avLst/>
              <a:gdLst>
                <a:gd name="textAreaLeft" fmla="*/ 0 w 219240"/>
                <a:gd name="textAreaRight" fmla="*/ 219600 w 219240"/>
                <a:gd name="textAreaTop" fmla="*/ 0 h 271440"/>
                <a:gd name="textAreaBottom" fmla="*/ 271800 h 271440"/>
              </a:gdLst>
              <a:ahLst/>
              <a:cxnLst/>
              <a:rect l="textAreaLeft" t="textAreaTop" r="textAreaRight" b="textAreaBottom"/>
              <a:pathLst>
                <a:path w="9975" h="12346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Google Shape;252;p26"/>
            <p:cNvSpPr/>
            <p:nvPr/>
          </p:nvSpPr>
          <p:spPr>
            <a:xfrm>
              <a:off x="2692080" y="1720080"/>
              <a:ext cx="75960" cy="8424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84240"/>
                <a:gd name="textAreaBottom" fmla="*/ 84600 h 84240"/>
              </a:gdLst>
              <a:ahLst/>
              <a:cxnLst/>
              <a:rect l="textAreaLeft" t="textAreaTop" r="textAreaRight" b="textAreaBottom"/>
              <a:pathLst>
                <a:path w="3470" h="3837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120" bIns="421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Google Shape;253;p26"/>
            <p:cNvSpPr/>
            <p:nvPr/>
          </p:nvSpPr>
          <p:spPr>
            <a:xfrm>
              <a:off x="2611800" y="1459080"/>
              <a:ext cx="281160" cy="323280"/>
            </a:xfrm>
            <a:custGeom>
              <a:avLst/>
              <a:gdLst>
                <a:gd name="textAreaLeft" fmla="*/ 0 w 281160"/>
                <a:gd name="textAreaRight" fmla="*/ 281520 w 281160"/>
                <a:gd name="textAreaTop" fmla="*/ 0 h 323280"/>
                <a:gd name="textAreaBottom" fmla="*/ 323640 h 323280"/>
              </a:gdLst>
              <a:ahLst/>
              <a:cxnLst/>
              <a:rect l="textAreaLeft" t="textAreaTop" r="textAreaRight" b="textAreaBottom"/>
              <a:pathLst>
                <a:path w="12794" h="14711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Google Shape;254;p26"/>
            <p:cNvSpPr/>
            <p:nvPr/>
          </p:nvSpPr>
          <p:spPr>
            <a:xfrm>
              <a:off x="2602080" y="1498320"/>
              <a:ext cx="100080" cy="12420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24200"/>
                <a:gd name="textAreaBottom" fmla="*/ 124560 h 124200"/>
              </a:gdLst>
              <a:ahLst/>
              <a:cxnLst/>
              <a:rect l="textAreaLeft" t="textAreaTop" r="textAreaRight" b="textAreaBottom"/>
              <a:pathLst>
                <a:path w="4571" h="5662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Google Shape;255;p26"/>
            <p:cNvSpPr/>
            <p:nvPr/>
          </p:nvSpPr>
          <p:spPr>
            <a:xfrm>
              <a:off x="2693880" y="1532160"/>
              <a:ext cx="102600" cy="12384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123840"/>
                <a:gd name="textAreaBottom" fmla="*/ 124200 h 123840"/>
              </a:gdLst>
              <a:ahLst/>
              <a:cxnLst/>
              <a:rect l="textAreaLeft" t="textAreaTop" r="textAreaRight" b="textAreaBottom"/>
              <a:pathLst>
                <a:path w="4671" h="564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920" bIns="619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Google Shape;256;p26"/>
            <p:cNvSpPr/>
            <p:nvPr/>
          </p:nvSpPr>
          <p:spPr>
            <a:xfrm>
              <a:off x="2691360" y="1572840"/>
              <a:ext cx="18000" cy="90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835" h="422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Google Shape;257;p26"/>
            <p:cNvSpPr/>
            <p:nvPr/>
          </p:nvSpPr>
          <p:spPr>
            <a:xfrm>
              <a:off x="2783520" y="1610640"/>
              <a:ext cx="70560" cy="4176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41760"/>
                <a:gd name="textAreaBottom" fmla="*/ 42120 h 41760"/>
              </a:gdLst>
              <a:ahLst/>
              <a:cxnLst/>
              <a:rect l="textAreaLeft" t="textAreaTop" r="textAreaRight" b="textAreaBottom"/>
              <a:pathLst>
                <a:path w="3226" h="1906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Google Shape;258;p26"/>
            <p:cNvSpPr/>
            <p:nvPr/>
          </p:nvSpPr>
          <p:spPr>
            <a:xfrm>
              <a:off x="2647080" y="1349280"/>
              <a:ext cx="350280" cy="325080"/>
            </a:xfrm>
            <a:custGeom>
              <a:avLst/>
              <a:gdLst>
                <a:gd name="textAreaLeft" fmla="*/ 0 w 350280"/>
                <a:gd name="textAreaRight" fmla="*/ 350640 w 350280"/>
                <a:gd name="textAreaTop" fmla="*/ 0 h 325080"/>
                <a:gd name="textAreaBottom" fmla="*/ 325440 h 325080"/>
              </a:gdLst>
              <a:ahLst/>
              <a:cxnLst/>
              <a:rect l="textAreaLeft" t="textAreaTop" r="textAreaRight" b="textAreaBottom"/>
              <a:pathLst>
                <a:path w="15938" h="14784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Google Shape;259;p26"/>
            <p:cNvSpPr/>
            <p:nvPr/>
          </p:nvSpPr>
          <p:spPr>
            <a:xfrm>
              <a:off x="2898000" y="1468800"/>
              <a:ext cx="75240" cy="61200"/>
            </a:xfrm>
            <a:custGeom>
              <a:avLst/>
              <a:gdLst>
                <a:gd name="textAreaLeft" fmla="*/ 0 w 75240"/>
                <a:gd name="textAreaRight" fmla="*/ 75600 w 7524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3437" h="280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Google Shape;260;p26"/>
            <p:cNvSpPr/>
            <p:nvPr/>
          </p:nvSpPr>
          <p:spPr>
            <a:xfrm>
              <a:off x="2794680" y="1635480"/>
              <a:ext cx="100080" cy="8172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81720"/>
                <a:gd name="textAreaBottom" fmla="*/ 82080 h 81720"/>
              </a:gdLst>
              <a:ahLst/>
              <a:cxnLst/>
              <a:rect l="textAreaLeft" t="textAreaTop" r="textAreaRight" b="textAreaBottom"/>
              <a:pathLst>
                <a:path w="4561" h="3736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1040" bIns="410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Google Shape;261;p26"/>
            <p:cNvSpPr/>
            <p:nvPr/>
          </p:nvSpPr>
          <p:spPr>
            <a:xfrm>
              <a:off x="2825280" y="1658160"/>
              <a:ext cx="61920" cy="55440"/>
            </a:xfrm>
            <a:custGeom>
              <a:avLst/>
              <a:gdLst>
                <a:gd name="textAreaLeft" fmla="*/ 0 w 61920"/>
                <a:gd name="textAreaRight" fmla="*/ 62280 w 61920"/>
                <a:gd name="textAreaTop" fmla="*/ 0 h 55440"/>
                <a:gd name="textAreaBottom" fmla="*/ 55800 h 55440"/>
              </a:gdLst>
              <a:ahLst/>
              <a:cxnLst/>
              <a:rect l="textAreaLeft" t="textAreaTop" r="textAreaRight" b="textAreaBottom"/>
              <a:pathLst>
                <a:path w="2836" h="254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720" bIns="277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Google Shape;262;p26"/>
            <p:cNvSpPr/>
            <p:nvPr/>
          </p:nvSpPr>
          <p:spPr>
            <a:xfrm>
              <a:off x="2675520" y="1703160"/>
              <a:ext cx="39240" cy="309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0960"/>
                <a:gd name="textAreaBottom" fmla="*/ 31320 h 30960"/>
              </a:gdLst>
              <a:ahLst/>
              <a:cxnLst/>
              <a:rect l="textAreaLeft" t="textAreaTop" r="textAreaRight" b="textAreaBottom"/>
              <a:pathLst>
                <a:path w="1807" h="1424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480" bIns="154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Google Shape;263;p26"/>
            <p:cNvSpPr/>
            <p:nvPr/>
          </p:nvSpPr>
          <p:spPr>
            <a:xfrm>
              <a:off x="2689920" y="1690200"/>
              <a:ext cx="159840" cy="36720"/>
            </a:xfrm>
            <a:custGeom>
              <a:avLst/>
              <a:gdLst>
                <a:gd name="textAreaLeft" fmla="*/ 0 w 159840"/>
                <a:gd name="textAreaRight" fmla="*/ 160200 w 159840"/>
                <a:gd name="textAreaTop" fmla="*/ 0 h 36720"/>
                <a:gd name="textAreaBottom" fmla="*/ 37080 h 36720"/>
              </a:gdLst>
              <a:ahLst/>
              <a:cxnLst/>
              <a:rect l="textAreaLeft" t="textAreaTop" r="textAreaRight" b="textAreaBottom"/>
              <a:pathLst>
                <a:path w="7286" h="1686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Google Shape;264;p26"/>
            <p:cNvSpPr/>
            <p:nvPr/>
          </p:nvSpPr>
          <p:spPr>
            <a:xfrm>
              <a:off x="2723040" y="1584000"/>
              <a:ext cx="18720" cy="234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868" h="1086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Google Shape;265;p26"/>
            <p:cNvSpPr/>
            <p:nvPr/>
          </p:nvSpPr>
          <p:spPr>
            <a:xfrm>
              <a:off x="2643840" y="1556280"/>
              <a:ext cx="19440" cy="2340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901" h="1086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Google Shape;266;p26"/>
            <p:cNvSpPr/>
            <p:nvPr/>
          </p:nvSpPr>
          <p:spPr>
            <a:xfrm>
              <a:off x="2632680" y="1592280"/>
              <a:ext cx="56880" cy="547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54720"/>
                <a:gd name="textAreaBottom" fmla="*/ 55080 h 54720"/>
              </a:gdLst>
              <a:ahLst/>
              <a:cxnLst/>
              <a:rect l="textAreaLeft" t="textAreaTop" r="textAreaRight" b="textAreaBottom"/>
              <a:pathLst>
                <a:path w="2603" h="2503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360" bIns="273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Google Shape;267;p26"/>
            <p:cNvSpPr/>
            <p:nvPr/>
          </p:nvSpPr>
          <p:spPr>
            <a:xfrm>
              <a:off x="2661480" y="1668240"/>
              <a:ext cx="54000" cy="1008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10080"/>
                <a:gd name="textAreaBottom" fmla="*/ 10440 h 10080"/>
              </a:gdLst>
              <a:ahLst/>
              <a:cxnLst/>
              <a:rect l="textAreaLeft" t="textAreaTop" r="textAreaRight" b="textAreaBottom"/>
              <a:pathLst>
                <a:path w="2470" h="469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Google Shape;268;p26"/>
            <p:cNvSpPr/>
            <p:nvPr/>
          </p:nvSpPr>
          <p:spPr>
            <a:xfrm>
              <a:off x="2752560" y="1555920"/>
              <a:ext cx="31320" cy="3060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30600"/>
                <a:gd name="textAreaBottom" fmla="*/ 30960 h 30600"/>
              </a:gdLst>
              <a:ahLst/>
              <a:cxnLst/>
              <a:rect l="textAreaLeft" t="textAreaTop" r="textAreaRight" b="textAreaBottom"/>
              <a:pathLst>
                <a:path w="1436" h="1402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480" bIns="154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Google Shape;269;p26"/>
            <p:cNvSpPr/>
            <p:nvPr/>
          </p:nvSpPr>
          <p:spPr>
            <a:xfrm>
              <a:off x="2643840" y="1522800"/>
              <a:ext cx="41400" cy="122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1902" h="574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Google Shape;270;p26"/>
            <p:cNvSpPr/>
            <p:nvPr/>
          </p:nvSpPr>
          <p:spPr>
            <a:xfrm>
              <a:off x="2079360" y="1532160"/>
              <a:ext cx="134640" cy="111960"/>
            </a:xfrm>
            <a:custGeom>
              <a:avLst/>
              <a:gdLst>
                <a:gd name="textAreaLeft" fmla="*/ 0 w 134640"/>
                <a:gd name="textAreaRight" fmla="*/ 135000 w 134640"/>
                <a:gd name="textAreaTop" fmla="*/ 0 h 111960"/>
                <a:gd name="textAreaBottom" fmla="*/ 112320 h 111960"/>
              </a:gdLst>
              <a:ahLst/>
              <a:cxnLst/>
              <a:rect l="textAreaLeft" t="textAreaTop" r="textAreaRight" b="textAreaBottom"/>
              <a:pathLst>
                <a:path w="6139" h="5104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160" bIns="561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Google Shape;271;p26"/>
            <p:cNvSpPr/>
            <p:nvPr/>
          </p:nvSpPr>
          <p:spPr>
            <a:xfrm>
              <a:off x="2050920" y="1482840"/>
              <a:ext cx="112680" cy="106560"/>
            </a:xfrm>
            <a:custGeom>
              <a:avLst/>
              <a:gdLst>
                <a:gd name="textAreaLeft" fmla="*/ 0 w 112680"/>
                <a:gd name="textAreaRight" fmla="*/ 113040 w 112680"/>
                <a:gd name="textAreaTop" fmla="*/ 0 h 106560"/>
                <a:gd name="textAreaBottom" fmla="*/ 106920 h 106560"/>
              </a:gdLst>
              <a:ahLst/>
              <a:cxnLst/>
              <a:rect l="textAreaLeft" t="textAreaTop" r="textAreaRight" b="textAreaBottom"/>
              <a:pathLst>
                <a:path w="5138" h="4855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280" bIns="5328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Google Shape;272;p26"/>
            <p:cNvSpPr/>
            <p:nvPr/>
          </p:nvSpPr>
          <p:spPr>
            <a:xfrm>
              <a:off x="1876680" y="1970640"/>
              <a:ext cx="653040" cy="221760"/>
            </a:xfrm>
            <a:custGeom>
              <a:avLst/>
              <a:gdLst>
                <a:gd name="textAreaLeft" fmla="*/ 0 w 653040"/>
                <a:gd name="textAreaRight" fmla="*/ 653400 w 653040"/>
                <a:gd name="textAreaTop" fmla="*/ 0 h 221760"/>
                <a:gd name="textAreaBottom" fmla="*/ 222120 h 221760"/>
              </a:gdLst>
              <a:ahLst/>
              <a:cxnLst/>
              <a:rect l="textAreaLeft" t="textAreaTop" r="textAreaRight" b="textAreaBottom"/>
              <a:pathLst>
                <a:path w="29681" h="10093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Google Shape;273;p26"/>
            <p:cNvSpPr/>
            <p:nvPr/>
          </p:nvSpPr>
          <p:spPr>
            <a:xfrm>
              <a:off x="2289240" y="1943280"/>
              <a:ext cx="310680" cy="26244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62440"/>
                <a:gd name="textAreaBottom" fmla="*/ 262800 h 262440"/>
              </a:gdLst>
              <a:ahLst/>
              <a:cxnLst/>
              <a:rect l="textAreaLeft" t="textAreaTop" r="textAreaRight" b="textAreaBottom"/>
              <a:pathLst>
                <a:path w="14132" h="11946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Google Shape;274;p26"/>
            <p:cNvSpPr/>
            <p:nvPr/>
          </p:nvSpPr>
          <p:spPr>
            <a:xfrm>
              <a:off x="1834560" y="1932120"/>
              <a:ext cx="106920" cy="10008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0 h 100080"/>
                <a:gd name="textAreaBottom" fmla="*/ 100440 h 100080"/>
              </a:gdLst>
              <a:ahLst/>
              <a:cxnLst/>
              <a:rect l="textAreaLeft" t="textAreaTop" r="textAreaRight" b="textAreaBottom"/>
              <a:pathLst>
                <a:path w="4871" h="4571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040" bIns="500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" name="Google Shape;275;p26"/>
            <p:cNvSpPr/>
            <p:nvPr/>
          </p:nvSpPr>
          <p:spPr>
            <a:xfrm>
              <a:off x="1771200" y="1915200"/>
              <a:ext cx="97920" cy="110880"/>
            </a:xfrm>
            <a:custGeom>
              <a:avLst/>
              <a:gdLst>
                <a:gd name="textAreaLeft" fmla="*/ 0 w 97920"/>
                <a:gd name="textAreaRight" fmla="*/ 98280 w 97920"/>
                <a:gd name="textAreaTop" fmla="*/ 0 h 110880"/>
                <a:gd name="textAreaBottom" fmla="*/ 111240 h 110880"/>
              </a:gdLst>
              <a:ahLst/>
              <a:cxnLst/>
              <a:rect l="textAreaLeft" t="textAreaTop" r="textAreaRight" b="textAreaBottom"/>
              <a:pathLst>
                <a:path w="4470" h="5048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440" bIns="55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Google Shape;276;p26"/>
            <p:cNvSpPr/>
            <p:nvPr/>
          </p:nvSpPr>
          <p:spPr>
            <a:xfrm>
              <a:off x="812160" y="2757240"/>
              <a:ext cx="2964240" cy="47520"/>
            </a:xfrm>
            <a:custGeom>
              <a:avLst/>
              <a:gdLst>
                <a:gd name="textAreaLeft" fmla="*/ 0 w 2964240"/>
                <a:gd name="textAreaRight" fmla="*/ 2964600 w 29642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134697" h="2169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Google Shape;277;p26"/>
            <p:cNvSpPr/>
            <p:nvPr/>
          </p:nvSpPr>
          <p:spPr>
            <a:xfrm>
              <a:off x="3119400" y="2581920"/>
              <a:ext cx="138600" cy="17532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75320"/>
                <a:gd name="textAreaBottom" fmla="*/ 175680 h 175320"/>
              </a:gdLst>
              <a:ahLst/>
              <a:cxnLst/>
              <a:rect l="textAreaLeft" t="textAreaTop" r="textAreaRight" b="textAreaBottom"/>
              <a:pathLst>
                <a:path w="6306" h="7974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840" bIns="878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" name="Google Shape;278;p26"/>
            <p:cNvSpPr/>
            <p:nvPr/>
          </p:nvSpPr>
          <p:spPr>
            <a:xfrm>
              <a:off x="3173760" y="2606400"/>
              <a:ext cx="147240" cy="125640"/>
            </a:xfrm>
            <a:custGeom>
              <a:avLst/>
              <a:gdLst>
                <a:gd name="textAreaLeft" fmla="*/ 0 w 147240"/>
                <a:gd name="textAreaRight" fmla="*/ 147600 w 147240"/>
                <a:gd name="textAreaTop" fmla="*/ 0 h 125640"/>
                <a:gd name="textAreaBottom" fmla="*/ 126000 h 125640"/>
              </a:gdLst>
              <a:ahLst/>
              <a:cxnLst/>
              <a:rect l="textAreaLeft" t="textAreaTop" r="textAreaRight" b="textAreaBottom"/>
              <a:pathLst>
                <a:path w="6706" h="5732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000" bIns="630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Google Shape;279;p26"/>
            <p:cNvSpPr/>
            <p:nvPr/>
          </p:nvSpPr>
          <p:spPr>
            <a:xfrm>
              <a:off x="2918520" y="2757240"/>
              <a:ext cx="857880" cy="47520"/>
            </a:xfrm>
            <a:custGeom>
              <a:avLst/>
              <a:gdLst>
                <a:gd name="textAreaLeft" fmla="*/ 0 w 857880"/>
                <a:gd name="textAreaRight" fmla="*/ 858240 w 85788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8996" h="2169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Google Shape;280;p26"/>
            <p:cNvSpPr/>
            <p:nvPr/>
          </p:nvSpPr>
          <p:spPr>
            <a:xfrm>
              <a:off x="3302280" y="2805120"/>
              <a:ext cx="89280" cy="71532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715320"/>
                <a:gd name="textAreaBottom" fmla="*/ 715680 h 715320"/>
              </a:gdLst>
              <a:ahLst/>
              <a:cxnLst/>
              <a:rect l="textAreaLeft" t="textAreaTop" r="textAreaRight" b="textAreaBottom"/>
              <a:pathLst>
                <a:path w="4071" h="32524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Google Shape;281;p26"/>
            <p:cNvSpPr/>
            <p:nvPr/>
          </p:nvSpPr>
          <p:spPr>
            <a:xfrm>
              <a:off x="3482280" y="2805120"/>
              <a:ext cx="170640" cy="3636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7774" h="1669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Google Shape;282;p26"/>
            <p:cNvSpPr/>
            <p:nvPr/>
          </p:nvSpPr>
          <p:spPr>
            <a:xfrm>
              <a:off x="3280320" y="3343320"/>
              <a:ext cx="133200" cy="715320"/>
            </a:xfrm>
            <a:custGeom>
              <a:avLst/>
              <a:gdLst>
                <a:gd name="textAreaLeft" fmla="*/ 0 w 133200"/>
                <a:gd name="textAreaRight" fmla="*/ 133560 w 133200"/>
                <a:gd name="textAreaTop" fmla="*/ 0 h 715320"/>
                <a:gd name="textAreaBottom" fmla="*/ 715680 h 715320"/>
              </a:gdLst>
              <a:ahLst/>
              <a:cxnLst/>
              <a:rect l="textAreaLeft" t="textAreaTop" r="textAreaRight" b="textAreaBottom"/>
              <a:pathLst>
                <a:path w="6072" h="32524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Google Shape;283;p26"/>
            <p:cNvSpPr/>
            <p:nvPr/>
          </p:nvSpPr>
          <p:spPr>
            <a:xfrm>
              <a:off x="3258360" y="3784680"/>
              <a:ext cx="178200" cy="715680"/>
            </a:xfrm>
            <a:custGeom>
              <a:avLst/>
              <a:gdLst>
                <a:gd name="textAreaLeft" fmla="*/ 0 w 178200"/>
                <a:gd name="textAreaRight" fmla="*/ 178560 w 178200"/>
                <a:gd name="textAreaTop" fmla="*/ 0 h 715680"/>
                <a:gd name="textAreaBottom" fmla="*/ 716040 h 715680"/>
              </a:gdLst>
              <a:ahLst/>
              <a:cxnLst/>
              <a:rect l="textAreaLeft" t="textAreaTop" r="textAreaRight" b="textAreaBottom"/>
              <a:pathLst>
                <a:path w="8106" h="32525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Google Shape;284;p26"/>
            <p:cNvSpPr/>
            <p:nvPr/>
          </p:nvSpPr>
          <p:spPr>
            <a:xfrm>
              <a:off x="3153960" y="4460760"/>
              <a:ext cx="385920" cy="3924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7547" h="1803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Google Shape;285;p26"/>
            <p:cNvSpPr/>
            <p:nvPr/>
          </p:nvSpPr>
          <p:spPr>
            <a:xfrm>
              <a:off x="1196640" y="2805120"/>
              <a:ext cx="89280" cy="71532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715320"/>
                <a:gd name="textAreaBottom" fmla="*/ 715680 h 715320"/>
              </a:gdLst>
              <a:ahLst/>
              <a:cxnLst/>
              <a:rect l="textAreaLeft" t="textAreaTop" r="textAreaRight" b="textAreaBottom"/>
              <a:pathLst>
                <a:path w="4070" h="32524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Google Shape;286;p26"/>
            <p:cNvSpPr/>
            <p:nvPr/>
          </p:nvSpPr>
          <p:spPr>
            <a:xfrm>
              <a:off x="1174680" y="3343320"/>
              <a:ext cx="133200" cy="715320"/>
            </a:xfrm>
            <a:custGeom>
              <a:avLst/>
              <a:gdLst>
                <a:gd name="textAreaLeft" fmla="*/ 0 w 133200"/>
                <a:gd name="textAreaRight" fmla="*/ 133560 w 133200"/>
                <a:gd name="textAreaTop" fmla="*/ 0 h 715320"/>
                <a:gd name="textAreaBottom" fmla="*/ 715680 h 715320"/>
              </a:gdLst>
              <a:ahLst/>
              <a:cxnLst/>
              <a:rect l="textAreaLeft" t="textAreaTop" r="textAreaRight" b="textAreaBottom"/>
              <a:pathLst>
                <a:path w="6072" h="32524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Google Shape;287;p26"/>
            <p:cNvSpPr/>
            <p:nvPr/>
          </p:nvSpPr>
          <p:spPr>
            <a:xfrm>
              <a:off x="1152000" y="3784680"/>
              <a:ext cx="178200" cy="715680"/>
            </a:xfrm>
            <a:custGeom>
              <a:avLst/>
              <a:gdLst>
                <a:gd name="textAreaLeft" fmla="*/ 0 w 178200"/>
                <a:gd name="textAreaRight" fmla="*/ 178560 w 178200"/>
                <a:gd name="textAreaTop" fmla="*/ 0 h 715680"/>
                <a:gd name="textAreaBottom" fmla="*/ 716040 h 715680"/>
              </a:gdLst>
              <a:ahLst/>
              <a:cxnLst/>
              <a:rect l="textAreaLeft" t="textAreaTop" r="textAreaRight" b="textAreaBottom"/>
              <a:pathLst>
                <a:path w="8107" h="32525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Google Shape;288;p26"/>
            <p:cNvSpPr/>
            <p:nvPr/>
          </p:nvSpPr>
          <p:spPr>
            <a:xfrm>
              <a:off x="1048320" y="4460760"/>
              <a:ext cx="385920" cy="3924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7546" h="1803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Google Shape;289;p26"/>
            <p:cNvSpPr/>
            <p:nvPr/>
          </p:nvSpPr>
          <p:spPr>
            <a:xfrm>
              <a:off x="1238400" y="2728800"/>
              <a:ext cx="1127520" cy="28440"/>
            </a:xfrm>
            <a:custGeom>
              <a:avLst/>
              <a:gdLst>
                <a:gd name="textAreaLeft" fmla="*/ 0 w 1127520"/>
                <a:gd name="textAreaRight" fmla="*/ 1127880 w 1127520"/>
                <a:gd name="textAreaTop" fmla="*/ 0 h 28440"/>
                <a:gd name="textAreaBottom" fmla="*/ 28800 h 28440"/>
              </a:gdLst>
              <a:ahLst/>
              <a:cxnLst/>
              <a:rect l="textAreaLeft" t="textAreaTop" r="textAreaRight" b="textAreaBottom"/>
              <a:pathLst>
                <a:path w="51238" h="1302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Google Shape;290;p26"/>
            <p:cNvSpPr/>
            <p:nvPr/>
          </p:nvSpPr>
          <p:spPr>
            <a:xfrm>
              <a:off x="1238400" y="2728800"/>
              <a:ext cx="1127520" cy="28440"/>
            </a:xfrm>
            <a:custGeom>
              <a:avLst/>
              <a:gdLst>
                <a:gd name="textAreaLeft" fmla="*/ 0 w 1127520"/>
                <a:gd name="textAreaRight" fmla="*/ 1127880 w 1127520"/>
                <a:gd name="textAreaTop" fmla="*/ 0 h 28440"/>
                <a:gd name="textAreaBottom" fmla="*/ 28800 h 28440"/>
              </a:gdLst>
              <a:ahLst/>
              <a:cxnLst/>
              <a:rect l="textAreaLeft" t="textAreaTop" r="textAreaRight" b="textAreaBottom"/>
              <a:pathLst>
                <a:path w="51238" h="1302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Google Shape;291;p26"/>
            <p:cNvSpPr/>
            <p:nvPr/>
          </p:nvSpPr>
          <p:spPr>
            <a:xfrm>
              <a:off x="1149120" y="2216160"/>
              <a:ext cx="933480" cy="52668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42428" h="23952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Google Shape;292;p26"/>
            <p:cNvSpPr/>
            <p:nvPr/>
          </p:nvSpPr>
          <p:spPr>
            <a:xfrm>
              <a:off x="1149120" y="2216160"/>
              <a:ext cx="592920" cy="526680"/>
            </a:xfrm>
            <a:custGeom>
              <a:avLst/>
              <a:gdLst>
                <a:gd name="textAreaLeft" fmla="*/ 0 w 592920"/>
                <a:gd name="textAreaRight" fmla="*/ 593280 w 59292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26950" h="23952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0E6EA-FADE-8941-346C-7F4B78662F06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Public Cloud </a:t>
            </a:r>
            <a:r>
              <a:rPr lang="en-US" dirty="0">
                <a:solidFill>
                  <a:schemeClr val="bg1"/>
                </a:solidFill>
              </a:rPr>
              <a:t>– shared infrastructure (AWS, Azure, GCP, </a:t>
            </a:r>
            <a:r>
              <a:rPr lang="en-US" dirty="0" err="1">
                <a:solidFill>
                  <a:schemeClr val="bg1"/>
                </a:solidFill>
              </a:rPr>
              <a:t>etc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- Cost effective and scalable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Private Cloud </a:t>
            </a:r>
            <a:r>
              <a:rPr lang="en-US" dirty="0">
                <a:solidFill>
                  <a:schemeClr val="bg1"/>
                </a:solidFill>
              </a:rPr>
              <a:t>– dedicated to a single organization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- Custom security and compliance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Hybrid Cloud </a:t>
            </a:r>
            <a:r>
              <a:rPr lang="en-US" dirty="0">
                <a:solidFill>
                  <a:schemeClr val="bg1"/>
                </a:solidFill>
              </a:rPr>
              <a:t>– mix of public and private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- Flexibility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Multi-Cloud</a:t>
            </a:r>
            <a:r>
              <a:rPr lang="en-US" dirty="0">
                <a:solidFill>
                  <a:schemeClr val="bg1"/>
                </a:solidFill>
              </a:rPr>
              <a:t> – multiple providers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- Avoid vendor lock-in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D0E69-6620-67C7-6E31-6FCE50D05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Cloud Computing Models</a:t>
            </a:r>
          </a:p>
        </p:txBody>
      </p:sp>
    </p:spTree>
    <p:extLst>
      <p:ext uri="{BB962C8B-B14F-4D97-AF65-F5344CB8AC3E}">
        <p14:creationId xmlns:p14="http://schemas.microsoft.com/office/powerpoint/2010/main" val="211389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C3A6E-4F04-2350-4A98-55952E51D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822F0A-009B-A495-7693-AA4EFB5F5063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Infrastructure as a Service (IaaS) </a:t>
            </a:r>
            <a:r>
              <a:rPr lang="en-US" dirty="0">
                <a:solidFill>
                  <a:schemeClr val="bg1"/>
                </a:solidFill>
              </a:rPr>
              <a:t>– provides virtualized computing resources like servers and storage 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Amazon EC2, Google Compute Engine (GCE), Azure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Platform as a Service (PaaS) </a:t>
            </a:r>
            <a:r>
              <a:rPr lang="en-US" dirty="0">
                <a:solidFill>
                  <a:schemeClr val="bg1"/>
                </a:solidFill>
              </a:rPr>
              <a:t>– offers ready to use development and deployment environment without managing the underlying infrastructure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AWS elastic beanstalk, Google App Engine, Heroku (No longer taking contracts EOL soon)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Software as a Service (SaaS) </a:t>
            </a:r>
            <a:r>
              <a:rPr lang="en-US" dirty="0">
                <a:solidFill>
                  <a:schemeClr val="bg1"/>
                </a:solidFill>
              </a:rPr>
              <a:t>– delivers fully functional software applications over the internet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- Microsoft 365, Google Workspace, Salesforce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104513-33F0-1111-A36E-F9958CB11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423311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DDED6-6116-DA01-DAA7-FC15937A5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342FA-F538-409F-5D01-98D7476F467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Big Data </a:t>
            </a:r>
            <a:r>
              <a:rPr lang="en-US" dirty="0">
                <a:solidFill>
                  <a:schemeClr val="bg1"/>
                </a:solidFill>
              </a:rPr>
              <a:t>– refers to the vast and rapidly growing volumes of data that are too large and complex for traditional data processing tools to manage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data comes in many forms: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– tables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Semi-Structured – JOSN or XML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Unstructured – text, images, video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Organizations use big data to improve operational efficiency, enhance risk management, innovate faster, and predict customer behavior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300FDA-4D32-E458-6B5A-C1829118A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What is Big Data?</a:t>
            </a:r>
          </a:p>
        </p:txBody>
      </p:sp>
    </p:spTree>
    <p:extLst>
      <p:ext uri="{BB962C8B-B14F-4D97-AF65-F5344CB8AC3E}">
        <p14:creationId xmlns:p14="http://schemas.microsoft.com/office/powerpoint/2010/main" val="3446218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71085-3A6B-957C-C27F-8437F52F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74AFB6-3480-FF09-266C-64ABF23FBFCB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ETL </a:t>
            </a:r>
            <a:r>
              <a:rPr lang="en-US" dirty="0">
                <a:solidFill>
                  <a:schemeClr val="bg1"/>
                </a:solidFill>
              </a:rPr>
              <a:t>– extract, transform, load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Later we will talk about a more modern approach…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For now, think of ETL as “the industrial process that turns raw data into something trustworthy, </a:t>
            </a:r>
            <a:r>
              <a:rPr lang="en-US" dirty="0" err="1">
                <a:solidFill>
                  <a:schemeClr val="bg1"/>
                </a:solidFill>
              </a:rPr>
              <a:t>queryable</a:t>
            </a:r>
            <a:r>
              <a:rPr lang="en-US" dirty="0">
                <a:solidFill>
                  <a:schemeClr val="bg1"/>
                </a:solidFill>
              </a:rPr>
              <a:t>, and useful.</a:t>
            </a:r>
          </a:p>
          <a:p>
            <a:pP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The story of Big Data + ETL is the story of moving messing reality into usable truth at scale.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040EE5-0944-33B6-246F-2BAEE6EF0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What is ETL?</a:t>
            </a:r>
          </a:p>
        </p:txBody>
      </p:sp>
    </p:spTree>
    <p:extLst>
      <p:ext uri="{BB962C8B-B14F-4D97-AF65-F5344CB8AC3E}">
        <p14:creationId xmlns:p14="http://schemas.microsoft.com/office/powerpoint/2010/main" val="93671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135CC-9262-EBA7-8689-16B17EEFA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39371-6E7E-7450-7630-D12FAE3FB3B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13160" y="1072800"/>
            <a:ext cx="4080960" cy="3179160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generated from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Applications, sensors, transactions, users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Ingestion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moved into storage systems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real-time ingestion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Storage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stored in databases or data lakes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Raw and processed data retained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9B568-2C6B-B1BD-C83E-606EA7908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Lifecycle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31881BC-B5C1-D6ED-1F72-4B9BA18362AB}"/>
              </a:ext>
            </a:extLst>
          </p:cNvPr>
          <p:cNvSpPr txBox="1">
            <a:spLocks/>
          </p:cNvSpPr>
          <p:nvPr/>
        </p:nvSpPr>
        <p:spPr>
          <a:xfrm>
            <a:off x="4794120" y="107280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Processing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cleaned, transformed, aggregated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streaming processing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Analysis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queried and analyzed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reporting, analytics, and ML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Decisions</a:t>
            </a:r>
          </a:p>
          <a:p>
            <a:pPr lvl="1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03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ECDE-EBA9-39D2-B0B3-A827DE55F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FC038-8DAE-D123-3E41-AB134FF8039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13160" y="1072800"/>
            <a:ext cx="4080960" cy="3179160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generated from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Applications, sensors, transactions, users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Ingestion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moved into storage systems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real-time ingestion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Storage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stored in databases or data lakes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Raw and processed data retained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9CC62C-678F-0388-3A64-0B670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Ingestion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A8DDDE0-32BA-A320-3136-975A0A98C36A}"/>
              </a:ext>
            </a:extLst>
          </p:cNvPr>
          <p:cNvSpPr txBox="1">
            <a:spLocks/>
          </p:cNvSpPr>
          <p:nvPr/>
        </p:nvSpPr>
        <p:spPr>
          <a:xfrm>
            <a:off x="4581360" y="122832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Kafka – distributed event streaming platform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Think of it as a commit log for events, a durable message backbone, &amp; a real-time data pipe between systems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Unlike a traditional queue, Kafka keeps data around and lets many consumers read it independently at their own pace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Events = messages records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Topics = named stream of events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Producers &gt; Kafka Topics &gt; Consumers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Kafka is the bloodstream of Big Data systems</a:t>
            </a:r>
          </a:p>
          <a:p>
            <a:pPr lvl="1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3C3390F-C4A3-0B12-CA6C-02229B160546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9C84E3-58CB-E1AE-E306-0143D3B05D0E}"/>
              </a:ext>
            </a:extLst>
          </p:cNvPr>
          <p:cNvCxnSpPr>
            <a:cxnSpLocks/>
          </p:cNvCxnSpPr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D9794C8-283E-03E6-CB71-7E2A31AC1D35}"/>
              </a:ext>
            </a:extLst>
          </p:cNvPr>
          <p:cNvSpPr txBox="1"/>
          <p:nvPr/>
        </p:nvSpPr>
        <p:spPr>
          <a:xfrm>
            <a:off x="1994399" y="2078390"/>
            <a:ext cx="2995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</a:rPr>
              <a:t>We are here in the lifecycle</a:t>
            </a:r>
          </a:p>
        </p:txBody>
      </p:sp>
    </p:spTree>
    <p:extLst>
      <p:ext uri="{BB962C8B-B14F-4D97-AF65-F5344CB8AC3E}">
        <p14:creationId xmlns:p14="http://schemas.microsoft.com/office/powerpoint/2010/main" val="1007247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76AA7-DA79-B809-8522-71FBCDE7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725CA-B907-D05F-317A-4AE4299DAD6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13160" y="1072800"/>
            <a:ext cx="4080960" cy="3179160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generated from sources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Applications, sensors, transactions, users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Ingestion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moved into storage systems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real-time ingestion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Storage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stored in databases or data lakes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Raw and processed data retained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21D27E-3CCA-10DE-2612-98195E42A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Storage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6C0096E-5ABF-D1B4-E799-0BAF183247A4}"/>
              </a:ext>
            </a:extLst>
          </p:cNvPr>
          <p:cNvSpPr txBox="1">
            <a:spLocks/>
          </p:cNvSpPr>
          <p:nvPr/>
        </p:nvSpPr>
        <p:spPr>
          <a:xfrm>
            <a:off x="4581360" y="122832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432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Data Lake (raw truth)</a:t>
            </a:r>
          </a:p>
          <a:p>
            <a:pPr marL="7315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EVERYTHING</a:t>
            </a:r>
          </a:p>
          <a:p>
            <a:pPr marL="7315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Cheap</a:t>
            </a:r>
          </a:p>
          <a:p>
            <a:pPr marL="7315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Schema-on-read</a:t>
            </a:r>
          </a:p>
          <a:p>
            <a:pPr marL="7315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Typical layers:</a:t>
            </a:r>
          </a:p>
          <a:p>
            <a:pPr marL="1188720" lvl="4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Bronze: Raw, untouched</a:t>
            </a:r>
          </a:p>
          <a:p>
            <a:pPr marL="1188720" lvl="4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Silver: Cleaner, standardized</a:t>
            </a:r>
          </a:p>
          <a:p>
            <a:pPr marL="1188720" lvl="4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Gold: Analytics-ready</a:t>
            </a:r>
          </a:p>
          <a:p>
            <a:pPr marL="274320" lvl="1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Data Warehouse</a:t>
            </a:r>
          </a:p>
          <a:p>
            <a:pPr marL="2743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Snowflake – a cloud-native analytical database</a:t>
            </a:r>
          </a:p>
          <a:p>
            <a:pPr marL="2743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Structured, curated data</a:t>
            </a:r>
          </a:p>
          <a:p>
            <a:pPr marL="2743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Fast SQL</a:t>
            </a:r>
          </a:p>
          <a:p>
            <a:pPr marL="274320" lvl="2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by analysts, BI tools</a:t>
            </a:r>
            <a:endParaRPr lang="en-US" dirty="0">
              <a:solidFill>
                <a:schemeClr val="accent3"/>
              </a:solidFill>
            </a:endParaRPr>
          </a:p>
          <a:p>
            <a:pPr lvl="1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6B93801-9681-DEFF-4E24-745A22ED3A92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0E8B69-E1AA-7AE6-2F1E-AC9FC2E9F124}"/>
              </a:ext>
            </a:extLst>
          </p:cNvPr>
          <p:cNvCxnSpPr>
            <a:cxnSpLocks/>
          </p:cNvCxnSpPr>
          <p:nvPr/>
        </p:nvCxnSpPr>
        <p:spPr>
          <a:xfrm flipV="1">
            <a:off x="3741480" y="2484000"/>
            <a:ext cx="1052640" cy="62237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25D4BE0-47C6-8810-EB6C-ECC91CFB8FDA}"/>
              </a:ext>
            </a:extLst>
          </p:cNvPr>
          <p:cNvSpPr txBox="1"/>
          <p:nvPr/>
        </p:nvSpPr>
        <p:spPr>
          <a:xfrm>
            <a:off x="1896659" y="3053325"/>
            <a:ext cx="2995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</a:rPr>
              <a:t>We are here in the lifecycle</a:t>
            </a:r>
          </a:p>
        </p:txBody>
      </p:sp>
    </p:spTree>
    <p:extLst>
      <p:ext uri="{BB962C8B-B14F-4D97-AF65-F5344CB8AC3E}">
        <p14:creationId xmlns:p14="http://schemas.microsoft.com/office/powerpoint/2010/main" val="2665091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4CAB-FD26-8494-3D8A-091C498C5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41313F-DD5B-BC2C-2BE0-D9B7F82C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Processing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9EBBA40-A5A3-F0D8-6D39-76EE56FA7345}"/>
              </a:ext>
            </a:extLst>
          </p:cNvPr>
          <p:cNvSpPr txBox="1">
            <a:spLocks/>
          </p:cNvSpPr>
          <p:nvPr/>
        </p:nvSpPr>
        <p:spPr>
          <a:xfrm>
            <a:off x="4581360" y="122832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Spark / </a:t>
            </a:r>
            <a:r>
              <a:rPr lang="en-US" dirty="0" err="1">
                <a:solidFill>
                  <a:schemeClr val="accent3"/>
                </a:solidFill>
              </a:rPr>
              <a:t>PySpark</a:t>
            </a:r>
            <a:endParaRPr lang="en-US" dirty="0">
              <a:solidFill>
                <a:schemeClr val="accent3"/>
              </a:solidFill>
            </a:endParaRP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T in ETL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Spark is used when: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too big for pandas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need distributed processing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process files, streams, or </a:t>
            </a:r>
            <a:r>
              <a:rPr lang="en-US" dirty="0" err="1">
                <a:solidFill>
                  <a:schemeClr val="bg1"/>
                </a:solidFill>
              </a:rPr>
              <a:t>kafka</a:t>
            </a:r>
            <a:r>
              <a:rPr lang="en-US" dirty="0">
                <a:solidFill>
                  <a:schemeClr val="bg1"/>
                </a:solidFill>
              </a:rPr>
              <a:t> topics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What spark does well: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Joins at scale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Aggregations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Windowing</a:t>
            </a:r>
          </a:p>
          <a:p>
            <a:pPr marL="6400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Streaming, batch operations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PySpark</a:t>
            </a:r>
            <a:r>
              <a:rPr lang="en-US" dirty="0">
                <a:solidFill>
                  <a:schemeClr val="bg1"/>
                </a:solidFill>
              </a:rPr>
              <a:t> – Python API for spark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2E7B7E-47B6-9266-38BE-B9F3BDF4D0FD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BC649AD-0145-7E95-FBC1-F8156A3F11AC}"/>
              </a:ext>
            </a:extLst>
          </p:cNvPr>
          <p:cNvCxnSpPr>
            <a:cxnSpLocks/>
          </p:cNvCxnSpPr>
          <p:nvPr/>
        </p:nvCxnSpPr>
        <p:spPr>
          <a:xfrm>
            <a:off x="3708000" y="1780253"/>
            <a:ext cx="99666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D4E847-F7E9-3685-7797-BE4CF4BB2FCE}"/>
              </a:ext>
            </a:extLst>
          </p:cNvPr>
          <p:cNvSpPr txBox="1"/>
          <p:nvPr/>
        </p:nvSpPr>
        <p:spPr>
          <a:xfrm>
            <a:off x="1709459" y="1581265"/>
            <a:ext cx="2995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</a:rPr>
              <a:t>We are here in the lifecycle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611D50B-4259-5A6C-453F-C31667CF9727}"/>
              </a:ext>
            </a:extLst>
          </p:cNvPr>
          <p:cNvSpPr txBox="1">
            <a:spLocks/>
          </p:cNvSpPr>
          <p:nvPr/>
        </p:nvSpPr>
        <p:spPr>
          <a:xfrm>
            <a:off x="304920" y="151679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Processing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cleaned, transformed, aggregated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streaming processing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Analysis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queried and analyzed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reporting, analytics, and ML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Decisions</a:t>
            </a:r>
          </a:p>
          <a:p>
            <a:pPr lvl="1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67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8589-7748-39A8-B7E0-381FDB1DA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EACBFD7-FB9E-6EDE-4E99-97072D098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ETL vs ELT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22CF771-D882-2868-24E8-5D8E4E3FCAD1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5EF9871-4645-8B32-EF37-5483342A8DFD}"/>
              </a:ext>
            </a:extLst>
          </p:cNvPr>
          <p:cNvSpPr txBox="1">
            <a:spLocks/>
          </p:cNvSpPr>
          <p:nvPr/>
        </p:nvSpPr>
        <p:spPr>
          <a:xfrm>
            <a:off x="2659320" y="120719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Extract &gt; Transform &gt; Load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Transform before hitting storage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Heavy upfront modeling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Older mindset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Modern ELT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Extract &gt; Load &gt; Transform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Load raw data first (data lake)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Transform later (Spark / </a:t>
            </a:r>
            <a:r>
              <a:rPr lang="en-US" dirty="0" err="1">
                <a:solidFill>
                  <a:schemeClr val="bg1"/>
                </a:solidFill>
              </a:rPr>
              <a:t>SnowSQL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Cheaper, more flexible, auditable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Most modern stacks are ELT-first.</a:t>
            </a:r>
          </a:p>
        </p:txBody>
      </p:sp>
    </p:spTree>
    <p:extLst>
      <p:ext uri="{BB962C8B-B14F-4D97-AF65-F5344CB8AC3E}">
        <p14:creationId xmlns:p14="http://schemas.microsoft.com/office/powerpoint/2010/main" val="1633475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B3653-30AC-D0CB-7226-EF1C2F305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5C1553-D182-D604-EDD7-A3AA6975F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Analysis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BAE4157-538F-30B8-659E-9529C797D9C2}"/>
              </a:ext>
            </a:extLst>
          </p:cNvPr>
          <p:cNvSpPr txBox="1">
            <a:spLocks/>
          </p:cNvSpPr>
          <p:nvPr/>
        </p:nvSpPr>
        <p:spPr>
          <a:xfrm>
            <a:off x="4581360" y="1228320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Once data is: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Clean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Modeled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Trusted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We expose it to: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Power BI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Analysts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Executives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Power BI connects to snowflake and: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Visualizes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Aggregates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Tells the business story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CD4A85-A6FB-5CAE-2E3D-389A07044493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1A9B13-A09A-BC33-C231-58E1ECA18B46}"/>
              </a:ext>
            </a:extLst>
          </p:cNvPr>
          <p:cNvCxnSpPr>
            <a:cxnSpLocks/>
          </p:cNvCxnSpPr>
          <p:nvPr/>
        </p:nvCxnSpPr>
        <p:spPr>
          <a:xfrm>
            <a:off x="3592800" y="2614805"/>
            <a:ext cx="969841" cy="13195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CC37060-7B67-BD11-9D8E-9494576742A7}"/>
              </a:ext>
            </a:extLst>
          </p:cNvPr>
          <p:cNvSpPr txBox="1"/>
          <p:nvPr/>
        </p:nvSpPr>
        <p:spPr>
          <a:xfrm>
            <a:off x="1681201" y="2484000"/>
            <a:ext cx="2995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</a:rPr>
              <a:t>We are here in the lifecycle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77E121-55AA-68C6-318C-8B688DC12F67}"/>
              </a:ext>
            </a:extLst>
          </p:cNvPr>
          <p:cNvSpPr txBox="1">
            <a:spLocks/>
          </p:cNvSpPr>
          <p:nvPr/>
        </p:nvSpPr>
        <p:spPr>
          <a:xfrm>
            <a:off x="386640" y="1492253"/>
            <a:ext cx="408096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Processing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cleaned, transformed, aggregated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Batch or streaming processing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Analysis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queried and analyzed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reporting, analytics, and ML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Decisions</a:t>
            </a:r>
          </a:p>
          <a:p>
            <a:pPr lvl="1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2025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0099C-F4DE-24B8-01C1-337F1F001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643BC3-BA73-DB6B-5D98-182A534FE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Orchestration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40964FF-D075-E9E6-1B74-9AD681FA340E}"/>
              </a:ext>
            </a:extLst>
          </p:cNvPr>
          <p:cNvSpPr txBox="1">
            <a:spLocks/>
          </p:cNvSpPr>
          <p:nvPr/>
        </p:nvSpPr>
        <p:spPr>
          <a:xfrm>
            <a:off x="2164320" y="1134720"/>
            <a:ext cx="483408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Airflow is like a conductor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Airflow doesn’t move data, but it coordinates everything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Airflow schedules, coordinates, and monitors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Airflow tells WHEN and IN WHAT ORDER things run, not how the data is processed.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Airflow DOES NOT process data, run ETL logic, stream data. </a:t>
            </a: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182880" lvl="1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DAG (Directed Acyclic Graph) – a workflow definition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Written in python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Defines task order and dependencies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Task – a single unit of work</a:t>
            </a:r>
          </a:p>
          <a:p>
            <a:pPr marL="10972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Run a spark job</a:t>
            </a:r>
          </a:p>
          <a:p>
            <a:pPr marL="10972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Execute SQL</a:t>
            </a:r>
          </a:p>
          <a:p>
            <a:pPr marL="1097280" lvl="3">
              <a:spcBef>
                <a:spcPts val="0"/>
              </a:spcBef>
              <a:spcAft>
                <a:spcPts val="600"/>
              </a:spcAft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Call a python function</a:t>
            </a:r>
          </a:p>
          <a:p>
            <a:pPr marL="640080" lvl="2">
              <a:spcBef>
                <a:spcPts val="0"/>
              </a:spcBef>
              <a:spcAft>
                <a:spcPts val="600"/>
              </a:spcAft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B9367D8-C90E-E974-E441-F2A0DA41F3BB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7794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D43F8-E8EE-7E07-A69E-4F767062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61BE682-8009-FCCE-92A3-B82EE8E3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Full Big Data Architecture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929EA5B-45EC-81EF-C69A-1263CCCB1206}"/>
              </a:ext>
            </a:extLst>
          </p:cNvPr>
          <p:cNvSpPr txBox="1">
            <a:spLocks/>
          </p:cNvSpPr>
          <p:nvPr/>
        </p:nvSpPr>
        <p:spPr>
          <a:xfrm>
            <a:off x="1730160" y="1451520"/>
            <a:ext cx="547488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 err="1">
                <a:solidFill>
                  <a:schemeClr val="bg1"/>
                </a:solidFill>
              </a:rPr>
              <a:t>Dockerized</a:t>
            </a:r>
            <a:r>
              <a:rPr lang="en-US" dirty="0">
                <a:solidFill>
                  <a:schemeClr val="bg1"/>
                </a:solidFill>
              </a:rPr>
              <a:t> Python App + Postgres, APIs, Sensors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Kafka (Events, Data piping)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Data Lake (raw files)                                                         Airflow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                                                                                     Orchestrates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Spark / </a:t>
            </a:r>
            <a:r>
              <a:rPr lang="en-US" dirty="0" err="1">
                <a:solidFill>
                  <a:schemeClr val="bg1"/>
                </a:solidFill>
              </a:rPr>
              <a:t>PySpark</a:t>
            </a:r>
            <a:r>
              <a:rPr lang="en-US" dirty="0">
                <a:solidFill>
                  <a:schemeClr val="bg1"/>
                </a:solidFill>
              </a:rPr>
              <a:t> (transform)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Data Warehouse (Snowflake)</a:t>
            </a: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41148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Power BI (Make business decisions)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A59EDA-1380-DE92-4C6C-EDD76CB0295F}"/>
              </a:ext>
            </a:extLst>
          </p:cNvPr>
          <p:cNvCxnSpPr/>
          <p:nvPr/>
        </p:nvCxnSpPr>
        <p:spPr>
          <a:xfrm flipV="1">
            <a:off x="3945600" y="2340000"/>
            <a:ext cx="1044000" cy="14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D4FB45-C0CF-96E0-C6C1-4FAAC4E9944A}"/>
              </a:ext>
            </a:extLst>
          </p:cNvPr>
          <p:cNvCxnSpPr>
            <a:cxnSpLocks/>
          </p:cNvCxnSpPr>
          <p:nvPr/>
        </p:nvCxnSpPr>
        <p:spPr>
          <a:xfrm flipH="1">
            <a:off x="5068800" y="2714400"/>
            <a:ext cx="720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9F3361B-B683-480A-7E17-9C690DF76F5B}"/>
              </a:ext>
            </a:extLst>
          </p:cNvPr>
          <p:cNvSpPr txBox="1"/>
          <p:nvPr/>
        </p:nvSpPr>
        <p:spPr>
          <a:xfrm>
            <a:off x="324000" y="1821600"/>
            <a:ext cx="15213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Extract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Load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Transform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Consume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E9A3CC-25DC-CD89-5CDF-A153C6BDBD6C}"/>
              </a:ext>
            </a:extLst>
          </p:cNvPr>
          <p:cNvCxnSpPr/>
          <p:nvPr/>
        </p:nvCxnSpPr>
        <p:spPr>
          <a:xfrm>
            <a:off x="1252800" y="2016000"/>
            <a:ext cx="936000" cy="864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D6D492-94D5-DD7A-6B0E-F20D3D8D19D5}"/>
              </a:ext>
            </a:extLst>
          </p:cNvPr>
          <p:cNvCxnSpPr>
            <a:cxnSpLocks/>
          </p:cNvCxnSpPr>
          <p:nvPr/>
        </p:nvCxnSpPr>
        <p:spPr>
          <a:xfrm>
            <a:off x="1066680" y="2550240"/>
            <a:ext cx="1122120" cy="2151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E4800D-318C-CF80-E5D5-5C213B5B0B70}"/>
              </a:ext>
            </a:extLst>
          </p:cNvPr>
          <p:cNvCxnSpPr>
            <a:cxnSpLocks/>
          </p:cNvCxnSpPr>
          <p:nvPr/>
        </p:nvCxnSpPr>
        <p:spPr>
          <a:xfrm>
            <a:off x="1491480" y="3105990"/>
            <a:ext cx="697320" cy="3700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732F0E4-19A7-C969-767E-DEE48D6599D1}"/>
              </a:ext>
            </a:extLst>
          </p:cNvPr>
          <p:cNvCxnSpPr>
            <a:cxnSpLocks/>
          </p:cNvCxnSpPr>
          <p:nvPr/>
        </p:nvCxnSpPr>
        <p:spPr>
          <a:xfrm>
            <a:off x="1470960" y="3105855"/>
            <a:ext cx="7898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9C6E61-9237-7A08-B630-FD3600988679}"/>
              </a:ext>
            </a:extLst>
          </p:cNvPr>
          <p:cNvCxnSpPr>
            <a:cxnSpLocks/>
          </p:cNvCxnSpPr>
          <p:nvPr/>
        </p:nvCxnSpPr>
        <p:spPr>
          <a:xfrm flipV="1">
            <a:off x="1252800" y="1636492"/>
            <a:ext cx="936000" cy="379374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A5D6BD-E218-F3AC-800B-C03E3E0ECEF4}"/>
              </a:ext>
            </a:extLst>
          </p:cNvPr>
          <p:cNvCxnSpPr>
            <a:cxnSpLocks/>
          </p:cNvCxnSpPr>
          <p:nvPr/>
        </p:nvCxnSpPr>
        <p:spPr>
          <a:xfrm>
            <a:off x="1470960" y="3710684"/>
            <a:ext cx="717840" cy="287468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359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BB54-2351-0F2E-7DC9-7148B581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40A5AE-5305-E69E-0AF7-47E796407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308320" y="1303200"/>
            <a:ext cx="4527360" cy="317916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Volume </a:t>
            </a:r>
            <a:r>
              <a:rPr lang="en-US" dirty="0">
                <a:solidFill>
                  <a:schemeClr val="bg1"/>
                </a:solidFill>
              </a:rPr>
              <a:t>– amount of data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Velocity </a:t>
            </a:r>
            <a:r>
              <a:rPr lang="en-US" dirty="0">
                <a:solidFill>
                  <a:schemeClr val="bg1"/>
                </a:solidFill>
              </a:rPr>
              <a:t>– speed of data generation, processing, and sharing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Variety </a:t>
            </a:r>
            <a:r>
              <a:rPr lang="en-US" dirty="0">
                <a:solidFill>
                  <a:schemeClr val="bg1"/>
                </a:solidFill>
              </a:rPr>
              <a:t>– data formats, structured &amp; unstructured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Veracity </a:t>
            </a:r>
            <a:r>
              <a:rPr lang="en-US" dirty="0">
                <a:solidFill>
                  <a:schemeClr val="bg1"/>
                </a:solidFill>
              </a:rPr>
              <a:t>– data quality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Value </a:t>
            </a:r>
            <a:r>
              <a:rPr lang="en-US" dirty="0">
                <a:solidFill>
                  <a:schemeClr val="bg1"/>
                </a:solidFill>
              </a:rPr>
              <a:t>– insights gained on relevant data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6A2AAB7-1F3D-10EA-6C47-51964AB5F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5 v’s of Big Data</a:t>
            </a:r>
          </a:p>
        </p:txBody>
      </p:sp>
    </p:spTree>
    <p:extLst>
      <p:ext uri="{BB962C8B-B14F-4D97-AF65-F5344CB8AC3E}">
        <p14:creationId xmlns:p14="http://schemas.microsoft.com/office/powerpoint/2010/main" val="388920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1DE97-8F28-8770-B0EB-224197D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325D2-0592-5883-402E-9161F56A5350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Application logs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User events (clicks, views, </a:t>
            </a:r>
            <a:r>
              <a:rPr lang="en-US" dirty="0" err="1">
                <a:solidFill>
                  <a:schemeClr val="bg1"/>
                </a:solidFill>
              </a:rPr>
              <a:t>etc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IoT sensors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APIs</a:t>
            </a:r>
          </a:p>
          <a:p>
            <a:pP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Databases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But Big Data has a few file formats that come up often: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3"/>
                </a:solidFill>
              </a:rPr>
              <a:t>CSV</a:t>
            </a:r>
            <a:r>
              <a:rPr lang="en-US" dirty="0">
                <a:solidFill>
                  <a:schemeClr val="bg1"/>
                </a:solidFill>
              </a:rPr>
              <a:t> – comma-separated values; simple, fragile, human-readable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3"/>
                </a:solidFill>
              </a:rPr>
              <a:t>JSON</a:t>
            </a:r>
            <a:r>
              <a:rPr lang="en-US" dirty="0">
                <a:solidFill>
                  <a:schemeClr val="bg1"/>
                </a:solidFill>
              </a:rPr>
              <a:t> – flexible, messy, schema-on-read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3"/>
                </a:solidFill>
              </a:rPr>
              <a:t>Parquet / Avro </a:t>
            </a:r>
            <a:r>
              <a:rPr lang="en-US" dirty="0">
                <a:solidFill>
                  <a:schemeClr val="bg1"/>
                </a:solidFill>
              </a:rPr>
              <a:t>– columnar, compressed, big-data-native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3AF354-FA1F-C1EC-558E-B6ED4B3A4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Data is born messy…</a:t>
            </a:r>
          </a:p>
        </p:txBody>
      </p:sp>
    </p:spTree>
    <p:extLst>
      <p:ext uri="{BB962C8B-B14F-4D97-AF65-F5344CB8AC3E}">
        <p14:creationId xmlns:p14="http://schemas.microsoft.com/office/powerpoint/2010/main" val="3468706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2D40-5EB3-377A-25C6-C9DA980E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93388-CEDD-9304-27C2-5B40FB7672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92640" y="1389600"/>
            <a:ext cx="3972960" cy="3179160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Avro – data in motion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Row based 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Compact binary format 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Fast writes/reads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Backwards/forward compatibility 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Uses: Kafka messages, event pipelines</a:t>
            </a:r>
          </a:p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Avro cares about individual records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E49869-0AF6-D32D-BD92-BAF9FED97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344880"/>
            <a:ext cx="7736400" cy="572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accent3"/>
                </a:solidFill>
              </a:rPr>
              <a:t>Parquet / Avro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0E6F36-8B20-EAA4-B0F5-49FA584D5946}"/>
              </a:ext>
            </a:extLst>
          </p:cNvPr>
          <p:cNvSpPr txBox="1"/>
          <p:nvPr/>
        </p:nvSpPr>
        <p:spPr>
          <a:xfrm>
            <a:off x="4572000" y="1417588"/>
            <a:ext cx="4039200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dirty="0"/>
              <a:t>Parquet – data at rest</a:t>
            </a:r>
          </a:p>
          <a:p>
            <a:pPr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Optimized for analytical reads</a:t>
            </a:r>
          </a:p>
          <a:p>
            <a:pPr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Columnar format</a:t>
            </a:r>
          </a:p>
          <a:p>
            <a:pPr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Compressed</a:t>
            </a:r>
          </a:p>
          <a:p>
            <a:pPr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Schema embedded</a:t>
            </a:r>
          </a:p>
          <a:p>
            <a:pPr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Uses: Data lakes, spark processing, snowflake internal tables</a:t>
            </a:r>
          </a:p>
        </p:txBody>
      </p:sp>
    </p:spTree>
    <p:extLst>
      <p:ext uri="{BB962C8B-B14F-4D97-AF65-F5344CB8AC3E}">
        <p14:creationId xmlns:p14="http://schemas.microsoft.com/office/powerpoint/2010/main" val="1526729679"/>
      </p:ext>
    </p:extLst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49762</TotalTime>
  <Words>1084</Words>
  <Application>Microsoft Office PowerPoint</Application>
  <PresentationFormat>On-screen Show (16:9)</PresentationFormat>
  <Paragraphs>207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Wingdings</vt:lpstr>
      <vt:lpstr>Hammersmith One</vt:lpstr>
      <vt:lpstr>Times New Roman</vt:lpstr>
      <vt:lpstr>Symbol</vt:lpstr>
      <vt:lpstr>Creative Sales Strategy by Slidesgo</vt:lpstr>
      <vt:lpstr>Big Data ETL/ELT Orchestration Analytics A Roadmap…</vt:lpstr>
      <vt:lpstr>Cloud Computing Models</vt:lpstr>
      <vt:lpstr>Services</vt:lpstr>
      <vt:lpstr>What is Big Data?</vt:lpstr>
      <vt:lpstr>What is ETL?</vt:lpstr>
      <vt:lpstr>Data Lifecycle</vt:lpstr>
      <vt:lpstr>Data Ingestion</vt:lpstr>
      <vt:lpstr>Data Storage</vt:lpstr>
      <vt:lpstr>Data Processing</vt:lpstr>
      <vt:lpstr>ETL vs ELT</vt:lpstr>
      <vt:lpstr>Data Analysis</vt:lpstr>
      <vt:lpstr>Orchestration</vt:lpstr>
      <vt:lpstr>Full Big Data Architecture</vt:lpstr>
      <vt:lpstr>5 v’s of Big Data</vt:lpstr>
      <vt:lpstr>Data is born messy…</vt:lpstr>
      <vt:lpstr>Parquet / Avro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Ethan Wilson</cp:lastModifiedBy>
  <cp:revision>23</cp:revision>
  <dcterms:modified xsi:type="dcterms:W3CDTF">2026-02-11T04:37:06Z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12</vt:i4>
  </property>
  <property fmtid="{D5CDD505-2E9C-101B-9397-08002B2CF9AE}" pid="3" name="Notes">
    <vt:i4>38</vt:i4>
  </property>
  <property fmtid="{D5CDD505-2E9C-101B-9397-08002B2CF9AE}" pid="4" name="PresentationFormat">
    <vt:lpwstr>On-screen Show (16:9)</vt:lpwstr>
  </property>
  <property fmtid="{D5CDD505-2E9C-101B-9397-08002B2CF9AE}" pid="5" name="Slides">
    <vt:i4>65</vt:i4>
  </property>
</Properties>
</file>