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1e524c8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1e524c8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31e524c8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31e524c8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31e524c8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31e524c8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31e524c8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31e524c8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1e524c8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1e524c8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31e524c8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31e524c8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31e524c8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31e524c8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1e524c8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31e524c8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31e524c8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31e524c8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1e524c8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31e524c8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Docker, Alembic, FastAPI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</a:t>
            </a:r>
            <a:r>
              <a:rPr lang="en"/>
              <a:t> lets us package apps + its OS level environment into a reproducible box.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Those boxes are called </a:t>
            </a:r>
            <a:r>
              <a:rPr b="1" lang="en">
                <a:solidFill>
                  <a:schemeClr val="dk1"/>
                </a:solidFill>
              </a:rPr>
              <a:t>images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you run an </a:t>
            </a:r>
            <a:r>
              <a:rPr b="1" lang="en">
                <a:solidFill>
                  <a:schemeClr val="dk1"/>
                </a:solidFill>
              </a:rPr>
              <a:t>image</a:t>
            </a:r>
            <a:r>
              <a:rPr lang="en"/>
              <a:t> you get a </a:t>
            </a:r>
            <a:r>
              <a:rPr b="1" lang="en">
                <a:solidFill>
                  <a:schemeClr val="dk1"/>
                </a:solidFill>
              </a:rPr>
              <a:t>container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</a:t>
            </a:r>
            <a:r>
              <a:rPr b="1" lang="en">
                <a:solidFill>
                  <a:schemeClr val="dk1"/>
                </a:solidFill>
              </a:rPr>
              <a:t>Dockerfile</a:t>
            </a:r>
            <a:r>
              <a:rPr lang="en"/>
              <a:t> is a recipe for building </a:t>
            </a:r>
            <a:r>
              <a:rPr b="1" lang="en">
                <a:solidFill>
                  <a:schemeClr val="dk1"/>
                </a:solidFill>
              </a:rPr>
              <a:t>images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your version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175" y="2308175"/>
            <a:ext cx="2560750" cy="2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78000" y="2047375"/>
            <a:ext cx="3730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Python doesn’t do “LTS” releases.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38" y="2571744"/>
            <a:ext cx="3969725" cy="19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376600" y="1792775"/>
            <a:ext cx="2457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Docker Hub: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794100"/>
            <a:ext cx="8222100" cy="32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Pyproject.toml new dependencies: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Sqlalchemy - maps python objects to database tables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Psycopg[binary] - driver to communicate with postressql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Sqlalchemy-utils - misc utilities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- managed db schema migrations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Python-dotenv - work with env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Fastapi - routes HTTP request to python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Uvicorn - runs your web app and handles network traffic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Pydantic - provides serialization, DTO-like functionality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‘poetry run alembic init alembic’ to generate folders/files for migrations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vs Multi-Stage Dockerfiles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594625" y="2246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.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npm install &amp;&amp; npm run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 ["npm", "start"]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743750" y="2246350"/>
            <a:ext cx="3449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 AS builder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.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npm install &amp;&amp; npm run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node:20-slim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--from=builder /app/dist ./dist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--from=builder /app/node_modules ./node_modules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 ["node", "dist/index.js"]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502125" y="1810300"/>
            <a:ext cx="82221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Ships Everything:                                           Only ships what’s needed: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Multi-Stage Image - Python App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339750" y="25717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builder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Install system deps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Install Poetry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Set PATH to Poetry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Turn off venv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Install Python dependencies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Add Alembic/uvicorn to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Copy source code/migrations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528100" y="1823525"/>
            <a:ext cx="6897000" cy="2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python:3.12-slim AS builder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apt-get update &amp;&amp; apt-get install -y curl build-essential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curl -sSL https://install.python-poetry.org | python3 -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ENV PATH="/root/.local/bin:$PATH"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pyproject.toml poetry.lock /app/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poetry config virtualenvs.create false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poetry install --without dev --no-interaction --no-ansi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ENV PATH="/usr/local/bin:/root/.local/bin:$PATH"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src /app/src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src/repl.py /app/repl.py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alembic.ini /app/alembic.ini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alembic /app/alembic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Multi-Stage Image - Python App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048625" y="2024750"/>
            <a:ext cx="6412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FROM python:3.12-slim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/usr/local/lib/python3.12 /usr/local/lib/python3.12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/app /app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/usr/local/bin /usr/local/bin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ENV PYTHONUNBUFFERED=1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ENV PATH=”/usr/local/bin:/root/.local/bin:$PATH”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CMD ["uvicorn", "src.main:app", "--host", "0.0.0.0", "--port", "8000"]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64250" y="2024750"/>
            <a:ext cx="2603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runtime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We start with clean Python image - no curl, no build tools, no poetry install script, much smaller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Copy only built artifacts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Python Packages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Source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Poetry Binary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Run the app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Compose</a:t>
            </a:r>
            <a:r>
              <a:rPr lang="en"/>
              <a:t> is a tool to define and run multi-container applications.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Spin up multiple containers at once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Define dependencies between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Share environment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Manage volumes (persist data between restarts)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4294967295" type="body"/>
          </p:nvPr>
        </p:nvSpPr>
        <p:spPr>
          <a:xfrm>
            <a:off x="92850" y="750750"/>
            <a:ext cx="5355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services: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app: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build: .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container_name: myapp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env_file: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.env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#volumes:  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# - .:/app 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depends_on: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db: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condition: service_healthy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ports: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"8000:8000"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command: ["uvicorn", "src.main:app", "--host", "0.0.0.0", "--port", "8000"]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1F1F1F"/>
              </a:solidFill>
              <a:highlight>
                <a:schemeClr val="lt1"/>
              </a:highlight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121175" y="802775"/>
            <a:ext cx="37662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db: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image: postgres:15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container_name: mydb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env_file: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.env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environment: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POSTGRES_USER: ${POSTGRES_USER}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POSTGRES_PASSWORD: ${POSTGRES_PASSWORD}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POSTGRES_DB: ${POSTGRES_DB}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ports: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"5432:5432"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volumes: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postgres_data:/var/lib/postgresql/data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healthcheck: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test: ["CMD-SHELL", "pg_isready -U ${POSTGRES_USER} -d ${POSTGRES_DB}"]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interval: 5s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timeout: 5s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retries: 5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volumes: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postgres_data: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89875" y="81750"/>
            <a:ext cx="84807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Super Ugly Docker Compose Slide :) sorry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Migration / Build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800" y="2126400"/>
            <a:ext cx="60102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038" y="2668375"/>
            <a:ext cx="6257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00825"/>
            <a:ext cx="8839200" cy="1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4988" y="4190000"/>
            <a:ext cx="5734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300" y="3677225"/>
            <a:ext cx="81153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2150700" y="1780375"/>
            <a:ext cx="467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Helpful Commands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427350" y="2238775"/>
            <a:ext cx="828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upgrade &lt;revision&gt; = Applies migrations up to the specified revision. head applies all pending migrations.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downgrade &lt;revision&gt;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Rolls back migrations. Examples: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alembic downgrade -1 → step back 1 revision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alembic downgrade base → go back to the initial state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history = Shows the list of all migrations and their revision IDs.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current = Displays the current revision(s) applied to the database.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heads = Shows the latest revision(s) in the migration tree (useful if you have multiple heads/branches).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branches = Lists any branching points in your migration history.</a:t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650" y="1991125"/>
            <a:ext cx="61626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